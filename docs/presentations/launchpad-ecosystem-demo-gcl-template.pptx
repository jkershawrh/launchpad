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4df25b5d2247d2" /><Relationship Type="http://schemas.openxmlformats.org/officeDocument/2006/relationships/extended-properties" Target="/docProps/app.xml" Id="Rf2d516348e1f4234" /><Relationship Type="http://schemas.openxmlformats.org/officeDocument/2006/relationships/officeDocument" Target="/ppt/presentation.xml" Id="R935bf34b9d5b4d5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1defe9e55d64b73"/>
    <p:sldMasterId xmlns:r="http://schemas.openxmlformats.org/officeDocument/2006/relationships" id="2147483703" r:id="R8e3104198001429f"/>
  </p:sldMasterIdLst>
  <p:notesMasterIdLst>
    <p:notesMasterId xmlns:r="http://schemas.openxmlformats.org/officeDocument/2006/relationships" r:id="Rbb406bd75ac2478a"/>
  </p:notesMasterIdLst>
  <p:sldIdLst>
    <p:sldId xmlns:r="http://schemas.openxmlformats.org/officeDocument/2006/relationships" id="256" r:id="R30a1cb1505484b12"/>
    <p:sldId xmlns:r="http://schemas.openxmlformats.org/officeDocument/2006/relationships" id="257" r:id="Ra5a10640ee124643"/>
    <p:sldId xmlns:r="http://schemas.openxmlformats.org/officeDocument/2006/relationships" id="258" r:id="R6ac6c99282954542"/>
    <p:sldId xmlns:r="http://schemas.openxmlformats.org/officeDocument/2006/relationships" id="259" r:id="Rd8e672ca30984997"/>
    <p:sldId xmlns:r="http://schemas.openxmlformats.org/officeDocument/2006/relationships" id="260" r:id="Rce76bc17620142cc"/>
    <p:sldId xmlns:r="http://schemas.openxmlformats.org/officeDocument/2006/relationships" id="261" r:id="Rd9f25f9f60344510"/>
    <p:sldId xmlns:r="http://schemas.openxmlformats.org/officeDocument/2006/relationships" id="262" r:id="R14e99fd6567a4445"/>
    <p:sldId xmlns:r="http://schemas.openxmlformats.org/officeDocument/2006/relationships" id="263" r:id="R51153d178622486c"/>
    <p:sldId xmlns:r="http://schemas.openxmlformats.org/officeDocument/2006/relationships" id="264" r:id="Rbf99b44942e24d72"/>
    <p:sldId xmlns:r="http://schemas.openxmlformats.org/officeDocument/2006/relationships" id="265" r:id="R1824cd14db374947"/>
    <p:sldId xmlns:r="http://schemas.openxmlformats.org/officeDocument/2006/relationships" id="266" r:id="Re8d6a3cf846842b1"/>
    <p:sldId xmlns:r="http://schemas.openxmlformats.org/officeDocument/2006/relationships" id="267" r:id="R50ddee00a7f346da"/>
    <p:sldId xmlns:r="http://schemas.openxmlformats.org/officeDocument/2006/relationships" id="268" r:id="R2535ffbf1d404b83"/>
    <p:sldId xmlns:r="http://schemas.openxmlformats.org/officeDocument/2006/relationships" id="269" r:id="Rf04be4b182834f33"/>
    <p:sldId xmlns:r="http://schemas.openxmlformats.org/officeDocument/2006/relationships" id="270" r:id="Ra963ffd07bd04660"/>
  </p:sldIdLst>
  <p:sldSz cx="12192000" cy="6858000"/>
  <p:notesSz cx="6858000" cy="9144000"/>
  <p:embeddedFontLst>
    <p:embeddedFont>
      <p:font typeface="Red Hat Text Medium"/>
      <p:regular xmlns:r="http://schemas.openxmlformats.org/officeDocument/2006/relationships" r:id="R51e4f64426c547e4"/>
      <p:bold xmlns:r="http://schemas.openxmlformats.org/officeDocument/2006/relationships" r:id="R312f32165c8f47d5"/>
      <p:italic xmlns:r="http://schemas.openxmlformats.org/officeDocument/2006/relationships" r:id="Rabac54ef1c814590"/>
      <p:boldItalic xmlns:r="http://schemas.openxmlformats.org/officeDocument/2006/relationships" r:id="R9b880a2ce72a4f73"/>
    </p:embeddedFont>
    <p:embeddedFont>
      <p:font typeface="Red Hat Display Medium"/>
      <p:regular xmlns:r="http://schemas.openxmlformats.org/officeDocument/2006/relationships" r:id="R10dc2235ac5842af"/>
      <p:bold xmlns:r="http://schemas.openxmlformats.org/officeDocument/2006/relationships" r:id="Rf7d3c59876924ed6"/>
      <p:italic xmlns:r="http://schemas.openxmlformats.org/officeDocument/2006/relationships" r:id="Rdda5cd8863264f6a"/>
      <p:boldItalic xmlns:r="http://schemas.openxmlformats.org/officeDocument/2006/relationships" r:id="Ref69b24bcaaa452c"/>
    </p:embeddedFont>
    <p:embeddedFont>
      <p:font typeface="Red Hat Display"/>
      <p:regular xmlns:r="http://schemas.openxmlformats.org/officeDocument/2006/relationships" r:id="R3423ba777a4c46ff"/>
      <p:bold xmlns:r="http://schemas.openxmlformats.org/officeDocument/2006/relationships" r:id="R88879719b0614db0"/>
      <p:italic xmlns:r="http://schemas.openxmlformats.org/officeDocument/2006/relationships" r:id="Rcbae018e8fdb4419"/>
      <p:boldItalic xmlns:r="http://schemas.openxmlformats.org/officeDocument/2006/relationships" r:id="Rda59659375d14b7d"/>
    </p:embeddedFont>
    <p:embeddedFont>
      <p:font typeface="Red Hat Text"/>
      <p:regular xmlns:r="http://schemas.openxmlformats.org/officeDocument/2006/relationships" r:id="R5aa826b4238645ad"/>
      <p:bold xmlns:r="http://schemas.openxmlformats.org/officeDocument/2006/relationships" r:id="R06d793ff991242bf"/>
      <p:italic xmlns:r="http://schemas.openxmlformats.org/officeDocument/2006/relationships" r:id="R347506b87eb74db8"/>
      <p:boldItalic xmlns:r="http://schemas.openxmlformats.org/officeDocument/2006/relationships" r:id="R519a0bc5b100412e"/>
    </p:embeddedFont>
    <p:embeddedFont>
      <p:font typeface="Red Hat Display ExtraBold"/>
      <p:bold xmlns:r="http://schemas.openxmlformats.org/officeDocument/2006/relationships" r:id="Rf5d7b6b7c21749cf"/>
      <p:boldItalic xmlns:r="http://schemas.openxmlformats.org/officeDocument/2006/relationships" r:id="R612ae53acdb0418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B702B0A0-6DC0-4966-90C7-FB65AAF690CD}">
  <a:tblStyle styleId="{B702B0A0-6DC0-4966-90C7-FB65AAF690C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18c177c6904e2f" /><Relationship Type="http://schemas.openxmlformats.org/officeDocument/2006/relationships/slideMaster" Target="/ppt/slideMasters/slideMaster1.xml" Id="R31defe9e55d64b73" /><Relationship Type="http://schemas.openxmlformats.org/officeDocument/2006/relationships/slideMaster" Target="/ppt/slideMasters/slideMaster2.xml" Id="R8e3104198001429f" /><Relationship Type="http://schemas.openxmlformats.org/officeDocument/2006/relationships/notesMaster" Target="/ppt/notesMasters/notesMaster1.xml" Id="Rbb406bd75ac2478a" /><Relationship Type="http://schemas.openxmlformats.org/officeDocument/2006/relationships/presProps" Target="/ppt/presProps.xml" Id="R24fdeb8c1f93469a" /><Relationship Type="http://schemas.openxmlformats.org/officeDocument/2006/relationships/tableStyles" Target="/ppt/tableStyles.xml" Id="R958b50382f044028" /><Relationship Type="http://schemas.openxmlformats.org/officeDocument/2006/relationships/font" Target="/ppt/fonts/font.dat" Id="R51e4f64426c547e4" /><Relationship Type="http://schemas.openxmlformats.org/officeDocument/2006/relationships/font" Target="/ppt/fonts/font2.dat" Id="R312f32165c8f47d5" /><Relationship Type="http://schemas.openxmlformats.org/officeDocument/2006/relationships/font" Target="/ppt/fonts/font3.dat" Id="Rabac54ef1c814590" /><Relationship Type="http://schemas.openxmlformats.org/officeDocument/2006/relationships/font" Target="/ppt/fonts/font4.dat" Id="R9b880a2ce72a4f73" /><Relationship Type="http://schemas.openxmlformats.org/officeDocument/2006/relationships/font" Target="/ppt/fonts/font5.dat" Id="R10dc2235ac5842af" /><Relationship Type="http://schemas.openxmlformats.org/officeDocument/2006/relationships/font" Target="/ppt/fonts/font6.dat" Id="Rf7d3c59876924ed6" /><Relationship Type="http://schemas.openxmlformats.org/officeDocument/2006/relationships/font" Target="/ppt/fonts/font7.dat" Id="Rdda5cd8863264f6a" /><Relationship Type="http://schemas.openxmlformats.org/officeDocument/2006/relationships/font" Target="/ppt/fonts/font8.dat" Id="Ref69b24bcaaa452c" /><Relationship Type="http://schemas.openxmlformats.org/officeDocument/2006/relationships/font" Target="/ppt/fonts/font9.dat" Id="R3423ba777a4c46ff" /><Relationship Type="http://schemas.openxmlformats.org/officeDocument/2006/relationships/font" Target="/ppt/fonts/font10.dat" Id="R88879719b0614db0" /><Relationship Type="http://schemas.openxmlformats.org/officeDocument/2006/relationships/font" Target="/ppt/fonts/font11.dat" Id="Rcbae018e8fdb4419" /><Relationship Type="http://schemas.openxmlformats.org/officeDocument/2006/relationships/font" Target="/ppt/fonts/font12.dat" Id="Rda59659375d14b7d" /><Relationship Type="http://schemas.openxmlformats.org/officeDocument/2006/relationships/font" Target="/ppt/fonts/font13.dat" Id="R5aa826b4238645ad" /><Relationship Type="http://schemas.openxmlformats.org/officeDocument/2006/relationships/font" Target="/ppt/fonts/font14.dat" Id="R06d793ff991242bf" /><Relationship Type="http://schemas.openxmlformats.org/officeDocument/2006/relationships/font" Target="/ppt/fonts/font15.dat" Id="R347506b87eb74db8" /><Relationship Type="http://schemas.openxmlformats.org/officeDocument/2006/relationships/font" Target="/ppt/fonts/font16.dat" Id="R519a0bc5b100412e" /><Relationship Type="http://schemas.openxmlformats.org/officeDocument/2006/relationships/font" Target="/ppt/fonts/font17.dat" Id="Rf5d7b6b7c21749cf" /><Relationship Type="http://schemas.openxmlformats.org/officeDocument/2006/relationships/font" Target="/ppt/fonts/font18.dat" Id="R612ae53acdb04180" /><Relationship Type="http://schemas.openxmlformats.org/officeDocument/2006/relationships/slide" Target="/ppt/slides/slide1.xml" Id="R30a1cb1505484b12" /><Relationship Type="http://schemas.openxmlformats.org/officeDocument/2006/relationships/slide" Target="/ppt/slides/slide2.xml" Id="Ra5a10640ee124643" /><Relationship Type="http://schemas.openxmlformats.org/officeDocument/2006/relationships/slide" Target="/ppt/slides/slide3.xml" Id="R6ac6c99282954542" /><Relationship Type="http://schemas.openxmlformats.org/officeDocument/2006/relationships/slide" Target="/ppt/slides/slide4.xml" Id="Rd8e672ca30984997" /><Relationship Type="http://schemas.openxmlformats.org/officeDocument/2006/relationships/slide" Target="/ppt/slides/slide5.xml" Id="Rce76bc17620142cc" /><Relationship Type="http://schemas.openxmlformats.org/officeDocument/2006/relationships/slide" Target="/ppt/slides/slide6.xml" Id="Rd9f25f9f60344510" /><Relationship Type="http://schemas.openxmlformats.org/officeDocument/2006/relationships/slide" Target="/ppt/slides/slide7.xml" Id="R14e99fd6567a4445" /><Relationship Type="http://schemas.openxmlformats.org/officeDocument/2006/relationships/slide" Target="/ppt/slides/slide8.xml" Id="R51153d178622486c" /><Relationship Type="http://schemas.openxmlformats.org/officeDocument/2006/relationships/slide" Target="/ppt/slides/slide9.xml" Id="Rbf99b44942e24d72" /><Relationship Type="http://schemas.openxmlformats.org/officeDocument/2006/relationships/slide" Target="/ppt/slides/slide10.xml" Id="R1824cd14db374947" /><Relationship Type="http://schemas.openxmlformats.org/officeDocument/2006/relationships/slide" Target="/ppt/slides/slide11.xml" Id="Re8d6a3cf846842b1" /><Relationship Type="http://schemas.openxmlformats.org/officeDocument/2006/relationships/slide" Target="/ppt/slides/slide12.xml" Id="R50ddee00a7f346da" /><Relationship Type="http://schemas.openxmlformats.org/officeDocument/2006/relationships/slide" Target="/ppt/slides/slide13.xml" Id="R2535ffbf1d404b83" /><Relationship Type="http://schemas.openxmlformats.org/officeDocument/2006/relationships/slide" Target="/ppt/slides/slide14.xml" Id="Rf04be4b182834f33" /><Relationship Type="http://schemas.openxmlformats.org/officeDocument/2006/relationships/slide" Target="/ppt/slides/slide15.xml" Id="Ra963ffd07bd046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81a1cdf5dd049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a0ad73f1b14c59" /><Relationship Type="http://schemas.openxmlformats.org/officeDocument/2006/relationships/notesMaster" Target="/ppt/notesMasters/notesMaster1.xml" Id="R013e4667f7744a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279e9cbc6c4aaf" /><Relationship Type="http://schemas.openxmlformats.org/officeDocument/2006/relationships/notesMaster" Target="/ppt/notesMasters/notesMaster1.xml" Id="Rd1c92f01668a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211cee1bb343b5" /><Relationship Type="http://schemas.openxmlformats.org/officeDocument/2006/relationships/notesMaster" Target="/ppt/notesMasters/notesMaster1.xml" Id="R7c150ea8f8e74b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0080a212894fa0" /><Relationship Type="http://schemas.openxmlformats.org/officeDocument/2006/relationships/notesMaster" Target="/ppt/notesMasters/notesMaster1.xml" Id="R9c020bcacb2c4d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93d4a4a0f54685" /><Relationship Type="http://schemas.openxmlformats.org/officeDocument/2006/relationships/notesMaster" Target="/ppt/notesMasters/notesMaster1.xml" Id="R392af732b31c43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298eac16042c2" /><Relationship Type="http://schemas.openxmlformats.org/officeDocument/2006/relationships/notesMaster" Target="/ppt/notesMasters/notesMaster1.xml" Id="Rea48671fd1024e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583a5e30f74840" /><Relationship Type="http://schemas.openxmlformats.org/officeDocument/2006/relationships/notesMaster" Target="/ppt/notesMasters/notesMaster1.xml" Id="Rca578faf48b547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fe5750d66d4a1f" /><Relationship Type="http://schemas.openxmlformats.org/officeDocument/2006/relationships/notesMaster" Target="/ppt/notesMasters/notesMaster1.xml" Id="Rada2751cad1e4e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f6f1554f5f4695" /><Relationship Type="http://schemas.openxmlformats.org/officeDocument/2006/relationships/notesMaster" Target="/ppt/notesMasters/notesMaster1.xml" Id="Rbce65b3aeea243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a84e453f294fc2" /><Relationship Type="http://schemas.openxmlformats.org/officeDocument/2006/relationships/notesMaster" Target="/ppt/notesMasters/notesMaster1.xml" Id="Rfa0793f730a84b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3bb62781d84533" /><Relationship Type="http://schemas.openxmlformats.org/officeDocument/2006/relationships/notesMaster" Target="/ppt/notesMasters/notesMaster1.xml" Id="Re687136dd99141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2bf8b369c545bd" /><Relationship Type="http://schemas.openxmlformats.org/officeDocument/2006/relationships/notesMaster" Target="/ppt/notesMasters/notesMaster1.xml" Id="Rd41f44f944b440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52fb61a12c4c94" /><Relationship Type="http://schemas.openxmlformats.org/officeDocument/2006/relationships/notesMaster" Target="/ppt/notesMasters/notesMaster1.xml" Id="R165e24fa0b304d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716757a7aa4780" /><Relationship Type="http://schemas.openxmlformats.org/officeDocument/2006/relationships/notesMaster" Target="/ppt/notesMasters/notesMaster1.xml" Id="R52878a1a1ad14b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96fd2f1825404b" /><Relationship Type="http://schemas.openxmlformats.org/officeDocument/2006/relationships/notesMaster" Target="/ppt/notesMasters/notesMaster1.xml" Id="Rb4761203b9d74e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Open with the operating problem: one order must create usable, isolated seats and return the fleet to zero residue.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This is a supervised internal pilot brief, not a GA or production declaration.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docs/september-17-pilot-status-20260908.md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docs/ecosystem-architecture-roadmap.md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Describe the workshop as one ordered object with 25 isolated participant environments.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Avoid equating pod readiness with learner readiness. The measured proof covers catalog-specific function and cleanup.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docs/september-17-pilot-status-20260908.md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evidence/runs/september-17-exact75-cleanup-green-finalizer-warning-20260908.json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Walk from the requester through Arena's control plane to the persisted execution target.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A single participant entry point does not require a single execution cluster.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docs/architecture.md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docs/ecosystem-architecture-roadmap.md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docs/september-17-agentic-three-workshop-readiness.md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Use cluster_ref as the organizing principle for placement, retry, validation, expiry, and cleanup.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If the complete workshop cannot fit, reject it before creating seats.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docs/architecture.md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docs/support-runbook.md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Use this slide as the live-demo handrail: order, use, reclaim.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The exact operator cues and fallbacks live in the presenter walkthrough document.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docs/presenter-demo-walkthrough.md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docs/september-17-pilot-status-20260908.md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State the topology precisely: Multi-Agent and Serve LLMs ran on Arena; Agent 201 ran on Brutus through Arena's persisted remote client.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Provisioning was staggered. Participant journeys overlapped. This does not claim that one arbitrary 75-seat workshop fits one cluster.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docs/september-17-pilot-status-20260908.md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evidence/runs/september-17-exact75-functional-green-resilience-red-20260908.json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Separate the automated internal pilot proof from the manual, public, security, telemetry, and DR gates.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The clean wording is GREEN-live for the supervised internal pilot, not production certified.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docs/september-17-pilot-status-20260908.md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docs/ha-dr-certification-20260908.md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Show the participant experience as one seat, even when its components run behind separate services.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During manual acceptance, prove a permitted namespaced action and a denied cross-namespace action.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docs/presenter-demo-walkthrough.md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docs/support-runbook.md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Capacity is a measured contract, not a simple count of allocatable pods.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The admin override remains bounded by the same capabilities and capacity checks.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docs/september-17-agentic-three-workshop-readiness.md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docs/architecture.md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The current result is three 25-seat orders across two clusters.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Do not publish a 50- or 75-seat single-cluster limit until the same participant and cleanup proof passes with retained headroom.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docs/next-iteration-roadmap.md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docs/september-17-agentic-three-workshop-readiness.md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Explain TDD, EDD, CDD, BDD, and component testing as one proof system, not separate paperwork.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RED evidence remains immutable. A later GREEN run adds a new record rather than rewriting the failure.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docs/september-17-pilot-status-20260908.md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docs/ecosystem-enablement-proof-matrix.md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Keep the boundaries clear: DeepField observes, StarGate classifies, GCL or GeoLux proposes, and Launchpad executes.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The decision-provider selection is intentionally unresolved until the common contract is reviewed.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docs/production-solution-pathways.md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docs/launchpad-stargate-architecture.md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docs/ecosystem-architecture-roadmap.md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Start automation with owned, reversible cases such as readiness retry, Showroom resync, expiry, reclaim retry, and stale-record repair.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RBAC, Secrets, Operators, nodes, storage, DNS, shared models, and cross-cluster movement retain human authority.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docs/ecosystem-architecture-roadmap.md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docs/support-runbook.md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The scaffold discovers repository structure, but it never guesses models, resources, identity, participant tabs, or certification results.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Use the same render, validate, certify, promote, support, and reclaim path for every onboarded lab.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docs/catalog-onboarding.md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docs/persona-onboarding.md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scripts/catalog_onboarding.py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Close by separating the September 17 internal pilot gate from the production runway.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Offer the live demo next: order, participant journey, observability, and group reclaim.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docs/september-17-pilot-status-20260908.md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docs/next-iteration-roadmap.md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/>
              <a:t>- docs/flightpath-dr-runbook.md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25ef58a864048" /><Relationship Type="http://schemas.openxmlformats.org/officeDocument/2006/relationships/image" Target="/ppt/media/image.png" Id="Ra70a984770174533" /><Relationship Type="http://schemas.openxmlformats.org/officeDocument/2006/relationships/image" Target="/ppt/media/image2.png" Id="R4f4fdae2fbf044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b8e8ef0934ce9" /><Relationship Type="http://schemas.openxmlformats.org/officeDocument/2006/relationships/image" Target="/ppt/media/image2.png" Id="Rd76432e4208d41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c7793f57549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afab78de74ae2" /><Relationship Type="http://schemas.openxmlformats.org/officeDocument/2006/relationships/image" Target="/ppt/media/image2.png" Id="Rfec773b1baf644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c70ea742f45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99965a3804b7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d9f4f308f4c7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f93b70a354c7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5f110c7aa47a6" /><Relationship Type="http://schemas.openxmlformats.org/officeDocument/2006/relationships/image" Target="/ppt/media/image2.png" Id="Rffe9bfcad70146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3b64f71854ec8" /><Relationship Type="http://schemas.openxmlformats.org/officeDocument/2006/relationships/image" Target="/ppt/media/image3.png" Id="R1fbb8cef0ede41c2" /><Relationship Type="http://schemas.openxmlformats.org/officeDocument/2006/relationships/image" Target="/ppt/media/image4.png" Id="R654302840a3b4ed5" /><Relationship Type="http://schemas.openxmlformats.org/officeDocument/2006/relationships/image" Target="/ppt/media/image5.png" Id="R8d50a78343544e0e" /><Relationship Type="http://schemas.openxmlformats.org/officeDocument/2006/relationships/image" Target="/ppt/media/image6.png" Id="R856623911ce94391" /><Relationship Type="http://schemas.openxmlformats.org/officeDocument/2006/relationships/image" Target="/ppt/media/image7.png" Id="R82f2753307954fad" /><Relationship Type="http://schemas.openxmlformats.org/officeDocument/2006/relationships/image" Target="/ppt/media/image2.png" Id="R25eefd6b52d14a0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8ddae467d4f5e" /><Relationship Type="http://schemas.openxmlformats.org/officeDocument/2006/relationships/image" Target="/ppt/media/image2.png" Id="R7277714efe174a3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e9102de9b40bd" /><Relationship Type="http://schemas.openxmlformats.org/officeDocument/2006/relationships/image" Target="/ppt/media/image2.png" Id="R8d16ca72e5ca435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593db3a5144c7" /><Relationship Type="http://schemas.openxmlformats.org/officeDocument/2006/relationships/image" Target="/ppt/media/image2.png" Id="R3142c3b59c474ec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df5cb01d04bed" /><Relationship Type="http://schemas.openxmlformats.org/officeDocument/2006/relationships/image" Target="/ppt/media/image8.png" Id="Rfdc66fb285ca4164" /><Relationship Type="http://schemas.openxmlformats.org/officeDocument/2006/relationships/image" Target="/ppt/media/image9.png" Id="R49bd097dd78d47f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697fcccb546d2" /><Relationship Type="http://schemas.openxmlformats.org/officeDocument/2006/relationships/image" Target="/ppt/media/image8.png" Id="R701bcb7e37844808" /><Relationship Type="http://schemas.openxmlformats.org/officeDocument/2006/relationships/image" Target="/ppt/media/image10.png" Id="Ra0c6a4e3311f49ba" /><Relationship Type="http://schemas.openxmlformats.org/officeDocument/2006/relationships/image" Target="/ppt/media/image11.png" Id="R14e0be7da20a4238" /><Relationship Type="http://schemas.openxmlformats.org/officeDocument/2006/relationships/image" Target="/ppt/media/image12.png" Id="Re2a3e3f1c46f437e" /><Relationship Type="http://schemas.openxmlformats.org/officeDocument/2006/relationships/image" Target="/ppt/media/image13.png" Id="R51068e7cb4284d8f" /><Relationship Type="http://schemas.openxmlformats.org/officeDocument/2006/relationships/image" Target="/ppt/media/image9.png" Id="R4f9f9b5388d74a8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a79e3806e41b0" /><Relationship Type="http://schemas.openxmlformats.org/officeDocument/2006/relationships/image" Target="/ppt/media/image2.png" Id="R4d0b07aad8a044e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2b108dfbe4646" /><Relationship Type="http://schemas.openxmlformats.org/officeDocument/2006/relationships/image" Target="/ppt/media/image14.png" Id="Re62a3903e7e24145" /><Relationship Type="http://schemas.openxmlformats.org/officeDocument/2006/relationships/image" Target="/ppt/media/image2.png" Id="R7d714a7c58c1492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9339f20fe4419" /><Relationship Type="http://schemas.openxmlformats.org/officeDocument/2006/relationships/image" Target="/ppt/media/image10.png" Id="Rf0592805cd2a4ddf" /><Relationship Type="http://schemas.openxmlformats.org/officeDocument/2006/relationships/image" Target="/ppt/media/image11.png" Id="Rda4a40451e6b4963" /><Relationship Type="http://schemas.openxmlformats.org/officeDocument/2006/relationships/image" Target="/ppt/media/image12.png" Id="R7493d33390e24d1e" /><Relationship Type="http://schemas.openxmlformats.org/officeDocument/2006/relationships/image" Target="/ppt/media/image13.png" Id="R1661aba58f5e4871" /><Relationship Type="http://schemas.openxmlformats.org/officeDocument/2006/relationships/image" Target="/ppt/media/image2.png" Id="R29d5ec000a8549f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d5ca813134fdc" /><Relationship Type="http://schemas.openxmlformats.org/officeDocument/2006/relationships/image" Target="/ppt/media/image10.png" Id="Re7fcb422e90c4120" /><Relationship Type="http://schemas.openxmlformats.org/officeDocument/2006/relationships/image" Target="/ppt/media/image11.png" Id="R6c62647840224ae8" /><Relationship Type="http://schemas.openxmlformats.org/officeDocument/2006/relationships/image" Target="/ppt/media/image12.png" Id="R926ac07a77c54bfd" /><Relationship Type="http://schemas.openxmlformats.org/officeDocument/2006/relationships/image" Target="/ppt/media/image13.png" Id="R7962df676bd140fc" /><Relationship Type="http://schemas.openxmlformats.org/officeDocument/2006/relationships/image" Target="/ppt/media/image2.png" Id="R76d161b8e28643f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58644e2b74680" /><Relationship Type="http://schemas.openxmlformats.org/officeDocument/2006/relationships/image" Target="/ppt/media/image2.png" Id="Ra41fdc2e30884b4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416ac97da411c" /><Relationship Type="http://schemas.openxmlformats.org/officeDocument/2006/relationships/image" Target="/ppt/media/image15.png" Id="Re5adb150435f490e" /><Relationship Type="http://schemas.openxmlformats.org/officeDocument/2006/relationships/image" Target="/ppt/media/image2.png" Id="R628c5c3b9b6649c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e21fe097d47db" /><Relationship Type="http://schemas.openxmlformats.org/officeDocument/2006/relationships/image" Target="/ppt/media/image16.png" Id="Rf605da511a244695" /><Relationship Type="http://schemas.openxmlformats.org/officeDocument/2006/relationships/image" Target="/ppt/media/image2.png" Id="R139cbe9db87148c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e4bcc0709407d" /><Relationship Type="http://schemas.openxmlformats.org/officeDocument/2006/relationships/image" Target="/ppt/media/image17.png" Id="R7947aa7748454f8d" /><Relationship Type="http://schemas.openxmlformats.org/officeDocument/2006/relationships/image" Target="/ppt/media/image2.png" Id="R0d2a1bc2adde4e3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b719a0f9a45ff" /><Relationship Type="http://schemas.openxmlformats.org/officeDocument/2006/relationships/image" Target="/ppt/media/image17.png" Id="R1bd12b5256f9485a" /><Relationship Type="http://schemas.openxmlformats.org/officeDocument/2006/relationships/image" Target="/ppt/media/image2.png" Id="R4c32e63397ce4347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7657f39c34313" /><Relationship Type="http://schemas.openxmlformats.org/officeDocument/2006/relationships/image" Target="/ppt/media/image18.png" Id="Rc4398c3ed4484c81" /><Relationship Type="http://schemas.openxmlformats.org/officeDocument/2006/relationships/image" Target="/ppt/media/image2.png" Id="R545f018b5a86436c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e241b77d74d29" /><Relationship Type="http://schemas.openxmlformats.org/officeDocument/2006/relationships/image" Target="/ppt/media/image18.png" Id="Re6f92cc138ef4fe8" /><Relationship Type="http://schemas.openxmlformats.org/officeDocument/2006/relationships/image" Target="/ppt/media/image2.png" Id="R5b06348fe39b428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f221caab747e9" /><Relationship Type="http://schemas.openxmlformats.org/officeDocument/2006/relationships/image" Target="/ppt/media/image2.png" Id="R0b72e11cda9c4c6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b6211b4094bd2" /><Relationship Type="http://schemas.openxmlformats.org/officeDocument/2006/relationships/image" Target="/ppt/media/image3.png" Id="R105ac59684b84f0d" /><Relationship Type="http://schemas.openxmlformats.org/officeDocument/2006/relationships/image" Target="/ppt/media/image2.png" Id="Rc61f7d84be784b96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7e65add9a4d98" /><Relationship Type="http://schemas.openxmlformats.org/officeDocument/2006/relationships/image" Target="/ppt/media/image2.png" Id="Rc285046f045847a6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03af7e55c43f9" /><Relationship Type="http://schemas.openxmlformats.org/officeDocument/2006/relationships/image" Target="/ppt/media/image8.png" Id="Rc87b85fbec164404" /><Relationship Type="http://schemas.openxmlformats.org/officeDocument/2006/relationships/image" Target="/ppt/media/image2.png" Id="R3ea0570f0ac642e2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77db3ec1e4273" /><Relationship Type="http://schemas.openxmlformats.org/officeDocument/2006/relationships/image" Target="/ppt/media/image2.png" Id="Rcf1ad305e85c44b2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b83e5d7894f49" /><Relationship Type="http://schemas.openxmlformats.org/officeDocument/2006/relationships/image" Target="/ppt/media/image2.png" Id="R62376d4c55244007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7e9a4015d4029" /><Relationship Type="http://schemas.openxmlformats.org/officeDocument/2006/relationships/image" Target="/ppt/media/image2.png" Id="Rcf2bdf3ef9f0471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a5947033f4372" /><Relationship Type="http://schemas.openxmlformats.org/officeDocument/2006/relationships/image" Target="/ppt/media/image19.png" Id="R1b48e21903ad4ff6" /><Relationship Type="http://schemas.openxmlformats.org/officeDocument/2006/relationships/image" Target="/ppt/media/image2.png" Id="R877c5a7d761c417c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324becb7174e78" /><Relationship Type="http://schemas.openxmlformats.org/officeDocument/2006/relationships/image" Target="/ppt/media/image2.png" Id="Rf4d67cb942fb4b3c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e2d32c1ea491f" /><Relationship Type="http://schemas.openxmlformats.org/officeDocument/2006/relationships/image" Target="/ppt/media/image2.png" Id="R07fd0071e3cc496f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fcab96b274d00" /><Relationship Type="http://schemas.openxmlformats.org/officeDocument/2006/relationships/image" Target="/ppt/media/image2.png" Id="R6e84e0396fa244d6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23a702d8b4ef9" /><Relationship Type="http://schemas.openxmlformats.org/officeDocument/2006/relationships/image" Target="/ppt/media/image2.png" Id="R8856329ec3a640c9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fdfccafcb440e" /><Relationship Type="http://schemas.openxmlformats.org/officeDocument/2006/relationships/image" Target="/ppt/media/image2.png" Id="Rb884c48fd9584384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970fcce9f4616" /><Relationship Type="http://schemas.openxmlformats.org/officeDocument/2006/relationships/image" Target="/ppt/media/image2.png" Id="R2fe9271673244c33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20a13be694046" /><Relationship Type="http://schemas.openxmlformats.org/officeDocument/2006/relationships/image" Target="/ppt/media/image2.png" Id="R156eba80d92b4b1c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f2977c0eb4e63" /><Relationship Type="http://schemas.openxmlformats.org/officeDocument/2006/relationships/image" Target="/ppt/media/image2.png" Id="R1408b64ab1db446f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7e149f01a4f15" /><Relationship Type="http://schemas.openxmlformats.org/officeDocument/2006/relationships/image" Target="/ppt/media/image2.png" Id="Rd3d2a11155684aff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64bdca8d44302" /><Relationship Type="http://schemas.openxmlformats.org/officeDocument/2006/relationships/image" Target="/ppt/media/image20.png" Id="Ra51f35e375f64bb7" /><Relationship Type="http://schemas.openxmlformats.org/officeDocument/2006/relationships/image" Target="/ppt/media/image2.png" Id="R238a2a641ff04b58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c41b242754e56" /><Relationship Type="http://schemas.openxmlformats.org/officeDocument/2006/relationships/image" Target="/ppt/media/image20.png" Id="R94064c5bcf66475f" /><Relationship Type="http://schemas.openxmlformats.org/officeDocument/2006/relationships/image" Target="/ppt/media/image2.png" Id="R146084ef4a734e8f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2dc23da524ed3" /><Relationship Type="http://schemas.openxmlformats.org/officeDocument/2006/relationships/image" Target="/ppt/media/image20.png" Id="Rd70edf441ae84f38" /><Relationship Type="http://schemas.openxmlformats.org/officeDocument/2006/relationships/image" Target="/ppt/media/image2.png" Id="R3437f3a2110b4e9a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b7e0cfc814042" /><Relationship Type="http://schemas.openxmlformats.org/officeDocument/2006/relationships/image" Target="/ppt/media/image2.png" Id="R57e057ecb65642cd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ad058b15842e0" /><Relationship Type="http://schemas.openxmlformats.org/officeDocument/2006/relationships/image" Target="/ppt/media/image2.png" Id="R3e4f6ee41d644c19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dc694cf3c493f" /><Relationship Type="http://schemas.openxmlformats.org/officeDocument/2006/relationships/image" Target="/ppt/media/image2.png" Id="Rbdeef8500b374e99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27b43e7194d4c" /><Relationship Type="http://schemas.openxmlformats.org/officeDocument/2006/relationships/image" Target="/ppt/media/image2.png" Id="R313b79d85bea43e3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3ecdea35f4ec5" /><Relationship Type="http://schemas.openxmlformats.org/officeDocument/2006/relationships/image" Target="/ppt/media/image2.png" Id="Rcd7bca5defb4481a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22cf7eb4e4b87" /><Relationship Type="http://schemas.openxmlformats.org/officeDocument/2006/relationships/image" Target="/ppt/media/image2.png" Id="Rc4a083cfb26a43e2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a14a826eb44cf" /><Relationship Type="http://schemas.openxmlformats.org/officeDocument/2006/relationships/image" Target="/ppt/media/image21.png" Id="R3842904da5e6451a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59a953dc549ee" /><Relationship Type="http://schemas.openxmlformats.org/officeDocument/2006/relationships/image" Target="/ppt/media/image2.png" Id="R542b7d52b4c44217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f90df76864481e" /><Relationship Type="http://schemas.openxmlformats.org/officeDocument/2006/relationships/image" Target="/ppt/media/image.png" Id="R2e4fef6ef08142a1" /><Relationship Type="http://schemas.openxmlformats.org/officeDocument/2006/relationships/image" Target="/ppt/media/image2.png" Id="Rfdd689b043a24e32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56061474fc4d1a" /><Relationship Type="http://schemas.openxmlformats.org/officeDocument/2006/relationships/image" Target="/ppt/media/image2.png" Id="Re940742e7ed646fd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79197e61864dad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b0082e4f9e4862" /><Relationship Type="http://schemas.openxmlformats.org/officeDocument/2006/relationships/image" Target="/ppt/media/image2.png" Id="Rb020806f75aa46f1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7059699b3d4cb3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86a06b239d4583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d1c62b198e409d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ed84828034484b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ed89ea8291463b" /><Relationship Type="http://schemas.openxmlformats.org/officeDocument/2006/relationships/image" Target="/ppt/media/image2.png" Id="Rc6360a7a76104812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105a7867064d8b" /><Relationship Type="http://schemas.openxmlformats.org/officeDocument/2006/relationships/image" Target="/ppt/media/image3.png" Id="Rd52fa10c9806488d" /><Relationship Type="http://schemas.openxmlformats.org/officeDocument/2006/relationships/image" Target="/ppt/media/image4.png" Id="R5a06d329e3034541" /><Relationship Type="http://schemas.openxmlformats.org/officeDocument/2006/relationships/image" Target="/ppt/media/image5.png" Id="R582c16ce971a401d" /><Relationship Type="http://schemas.openxmlformats.org/officeDocument/2006/relationships/image" Target="/ppt/media/image6.png" Id="R51d3aeec5f3e4c29" /><Relationship Type="http://schemas.openxmlformats.org/officeDocument/2006/relationships/image" Target="/ppt/media/image7.png" Id="R8a47ea00decf4443" /><Relationship Type="http://schemas.openxmlformats.org/officeDocument/2006/relationships/image" Target="/ppt/media/image2.png" Id="R9920da691c8b4eff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6117087ff142f8" /><Relationship Type="http://schemas.openxmlformats.org/officeDocument/2006/relationships/image" Target="/ppt/media/image2.png" Id="Rdf66c48a25e449fc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28947af1df4537" /><Relationship Type="http://schemas.openxmlformats.org/officeDocument/2006/relationships/image" Target="/ppt/media/image2.png" Id="R5a69f3609aa74425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984f725be54305" /><Relationship Type="http://schemas.openxmlformats.org/officeDocument/2006/relationships/image" Target="/ppt/media/image2.png" Id="Rab88744106dd44f7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cc65b372644270" /><Relationship Type="http://schemas.openxmlformats.org/officeDocument/2006/relationships/image" Target="/ppt/media/image8.png" Id="R98c929329de64658" /><Relationship Type="http://schemas.openxmlformats.org/officeDocument/2006/relationships/image" Target="/ppt/media/image9.png" Id="Rd5c9c273fab34053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7f78e64e7a4b7b" /><Relationship Type="http://schemas.openxmlformats.org/officeDocument/2006/relationships/image" Target="/ppt/media/image8.png" Id="Rcb4d30df93b84281" /><Relationship Type="http://schemas.openxmlformats.org/officeDocument/2006/relationships/image" Target="/ppt/media/image10.png" Id="Rd294e62f179f40c2" /><Relationship Type="http://schemas.openxmlformats.org/officeDocument/2006/relationships/image" Target="/ppt/media/image11.png" Id="Rc5284ce5747a4980" /><Relationship Type="http://schemas.openxmlformats.org/officeDocument/2006/relationships/image" Target="/ppt/media/image12.png" Id="R48df6c218acd4ea5" /><Relationship Type="http://schemas.openxmlformats.org/officeDocument/2006/relationships/image" Target="/ppt/media/image13.png" Id="R6fda68afa014441b" /><Relationship Type="http://schemas.openxmlformats.org/officeDocument/2006/relationships/image" Target="/ppt/media/image9.png" Id="R569fa1768a78464b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43d5ecaa77495d" /><Relationship Type="http://schemas.openxmlformats.org/officeDocument/2006/relationships/image" Target="/ppt/media/image2.png" Id="Rc9e2a2d059bb4cf2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ff657feecb44af" /><Relationship Type="http://schemas.openxmlformats.org/officeDocument/2006/relationships/image" Target="/ppt/media/image14.png" Id="Rea07512ee5154b4d" /><Relationship Type="http://schemas.openxmlformats.org/officeDocument/2006/relationships/image" Target="/ppt/media/image2.png" Id="Rbc90462660244711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66f614a01c48e3" /><Relationship Type="http://schemas.openxmlformats.org/officeDocument/2006/relationships/image" Target="/ppt/media/image10.png" Id="R13e3a4f1183b456e" /><Relationship Type="http://schemas.openxmlformats.org/officeDocument/2006/relationships/image" Target="/ppt/media/image11.png" Id="R1e5cdde06adc4e8b" /><Relationship Type="http://schemas.openxmlformats.org/officeDocument/2006/relationships/image" Target="/ppt/media/image12.png" Id="R56a4a1192d2e4321" /><Relationship Type="http://schemas.openxmlformats.org/officeDocument/2006/relationships/image" Target="/ppt/media/image13.png" Id="R35c7136ed0554ac7" /><Relationship Type="http://schemas.openxmlformats.org/officeDocument/2006/relationships/image" Target="/ppt/media/image2.png" Id="R6f6b73011d814c25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941749e6c14ecf" /><Relationship Type="http://schemas.openxmlformats.org/officeDocument/2006/relationships/image" Target="/ppt/media/image10.png" Id="Rbea4eca414f6483e" /><Relationship Type="http://schemas.openxmlformats.org/officeDocument/2006/relationships/image" Target="/ppt/media/image11.png" Id="R5a45d78d77ca4926" /><Relationship Type="http://schemas.openxmlformats.org/officeDocument/2006/relationships/image" Target="/ppt/media/image12.png" Id="R0eacb121712f46c6" /><Relationship Type="http://schemas.openxmlformats.org/officeDocument/2006/relationships/image" Target="/ppt/media/image13.png" Id="R6d85b338bf2048be" /><Relationship Type="http://schemas.openxmlformats.org/officeDocument/2006/relationships/image" Target="/ppt/media/image2.png" Id="R9a30e61e18404c23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eb144e16a34655" /><Relationship Type="http://schemas.openxmlformats.org/officeDocument/2006/relationships/image" Target="/ppt/media/image2.png" Id="R7b274481c4724c05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a5b94f25354016" /><Relationship Type="http://schemas.openxmlformats.org/officeDocument/2006/relationships/image" Target="/ppt/media/image15.png" Id="Rc5f7059683d54905" /><Relationship Type="http://schemas.openxmlformats.org/officeDocument/2006/relationships/image" Target="/ppt/media/image2.png" Id="Ra0caed03e9d24f9f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7ae09637f94f47" /><Relationship Type="http://schemas.openxmlformats.org/officeDocument/2006/relationships/image" Target="/ppt/media/image16.png" Id="Rc8469d2da0c145e0" /><Relationship Type="http://schemas.openxmlformats.org/officeDocument/2006/relationships/image" Target="/ppt/media/image2.png" Id="Rd671af3b038742b7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d51779748e4dca" /><Relationship Type="http://schemas.openxmlformats.org/officeDocument/2006/relationships/image" Target="/ppt/media/image17.png" Id="R7df00032a9144849" /><Relationship Type="http://schemas.openxmlformats.org/officeDocument/2006/relationships/image" Target="/ppt/media/image2.png" Id="R4a5faa4e61c54250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af1b14e22d441b" /><Relationship Type="http://schemas.openxmlformats.org/officeDocument/2006/relationships/image" Target="/ppt/media/image17.png" Id="Rc88ee61ab74a43c8" /><Relationship Type="http://schemas.openxmlformats.org/officeDocument/2006/relationships/image" Target="/ppt/media/image2.png" Id="Rbaffd818a2704c4d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1ae8a3d9034fd0" /><Relationship Type="http://schemas.openxmlformats.org/officeDocument/2006/relationships/image" Target="/ppt/media/image18.png" Id="Rb3873a19486a4c68" /><Relationship Type="http://schemas.openxmlformats.org/officeDocument/2006/relationships/image" Target="/ppt/media/image2.png" Id="R8b139a3d71184ace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c3a2eb115f42eb" /><Relationship Type="http://schemas.openxmlformats.org/officeDocument/2006/relationships/image" Target="/ppt/media/image18.png" Id="R0f4a708c393d4b07" /><Relationship Type="http://schemas.openxmlformats.org/officeDocument/2006/relationships/image" Target="/ppt/media/image2.png" Id="Rc1371b5b92784534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88d849c7704c5e" /><Relationship Type="http://schemas.openxmlformats.org/officeDocument/2006/relationships/image" Target="/ppt/media/image2.png" Id="R1207ea4f6491455c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1b02fb20114226" /><Relationship Type="http://schemas.openxmlformats.org/officeDocument/2006/relationships/image" Target="/ppt/media/image3.png" Id="R364b39ae87384ecc" /><Relationship Type="http://schemas.openxmlformats.org/officeDocument/2006/relationships/image" Target="/ppt/media/image2.png" Id="Redd0f3164e6f4d72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9dfe315b844925" /><Relationship Type="http://schemas.openxmlformats.org/officeDocument/2006/relationships/image" Target="/ppt/media/image2.png" Id="R93511b1fb6314f33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43c14ccc1243ee" /><Relationship Type="http://schemas.openxmlformats.org/officeDocument/2006/relationships/image" Target="/ppt/media/image8.png" Id="R5524b4fb4c404fcf" /><Relationship Type="http://schemas.openxmlformats.org/officeDocument/2006/relationships/image" Target="/ppt/media/image2.png" Id="Rda21fd1c2e2b4b81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915f2e28114b3a" /><Relationship Type="http://schemas.openxmlformats.org/officeDocument/2006/relationships/image" Target="/ppt/media/image2.png" Id="Rf3d7a6757e694952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53d22887a041b6" /><Relationship Type="http://schemas.openxmlformats.org/officeDocument/2006/relationships/image" Target="/ppt/media/image2.png" Id="R51e5d3ff75d54371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2bc074cca44384" /><Relationship Type="http://schemas.openxmlformats.org/officeDocument/2006/relationships/image" Target="/ppt/media/image2.png" Id="R60b22581cf444119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4c5611b76341cd" /><Relationship Type="http://schemas.openxmlformats.org/officeDocument/2006/relationships/image" Target="/ppt/media/image19.png" Id="Rb2de0849015546de" /><Relationship Type="http://schemas.openxmlformats.org/officeDocument/2006/relationships/image" Target="/ppt/media/image2.png" Id="Rce3ff30d2a2542a2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d161db6cec4b6b" /><Relationship Type="http://schemas.openxmlformats.org/officeDocument/2006/relationships/image" Target="/ppt/media/image2.png" Id="R313ba36317244739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7f6621c19f41b5" /><Relationship Type="http://schemas.openxmlformats.org/officeDocument/2006/relationships/image" Target="/ppt/media/image2.png" Id="R7079cd84913347d4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5094f07b8845e2" /><Relationship Type="http://schemas.openxmlformats.org/officeDocument/2006/relationships/image" Target="/ppt/media/image2.png" Id="Re8c4172a75b4424d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3290f7cf4b4860" /><Relationship Type="http://schemas.openxmlformats.org/officeDocument/2006/relationships/image" Target="/ppt/media/image2.png" Id="R549827696a4a4265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e9934c96764857" /><Relationship Type="http://schemas.openxmlformats.org/officeDocument/2006/relationships/image" Target="/ppt/media/image2.png" Id="R4998818db8264aca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ebd38b0b894121" /><Relationship Type="http://schemas.openxmlformats.org/officeDocument/2006/relationships/image" Target="/ppt/media/image2.png" Id="R8b67b8412a064f4a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9d29499e3f34d28" /><Relationship Type="http://schemas.openxmlformats.org/officeDocument/2006/relationships/image" Target="/ppt/media/image2.png" Id="R656f6e8de94c4d91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0f271d878c44cf" /><Relationship Type="http://schemas.openxmlformats.org/officeDocument/2006/relationships/image" Target="/ppt/media/image2.png" Id="R75ef931c8be949bc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e4e0f47da524fbc" /><Relationship Type="http://schemas.openxmlformats.org/officeDocument/2006/relationships/image" Target="/ppt/media/image2.png" Id="R419e0b2d262245db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0a4d2e548f42a6" /><Relationship Type="http://schemas.openxmlformats.org/officeDocument/2006/relationships/image" Target="/ppt/media/image20.png" Id="R0293ea26b7604e0f" /><Relationship Type="http://schemas.openxmlformats.org/officeDocument/2006/relationships/image" Target="/ppt/media/image2.png" Id="R76dfdd1447ae4832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ac7a2ef3b04b1a" /><Relationship Type="http://schemas.openxmlformats.org/officeDocument/2006/relationships/image" Target="/ppt/media/image20.png" Id="R54b077d4e12641db" /><Relationship Type="http://schemas.openxmlformats.org/officeDocument/2006/relationships/image" Target="/ppt/media/image2.png" Id="Re615b2b23cf84401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7ab0bac0594242" /><Relationship Type="http://schemas.openxmlformats.org/officeDocument/2006/relationships/image" Target="/ppt/media/image20.png" Id="R8f226d26dde44e51" /><Relationship Type="http://schemas.openxmlformats.org/officeDocument/2006/relationships/image" Target="/ppt/media/image2.png" Id="R13d0511def124994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c67c0c43bd4578" /><Relationship Type="http://schemas.openxmlformats.org/officeDocument/2006/relationships/image" Target="/ppt/media/image2.png" Id="R776143107dcf4768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8cee769d724c2e" /><Relationship Type="http://schemas.openxmlformats.org/officeDocument/2006/relationships/image" Target="/ppt/media/image2.png" Id="R4f518a0a6b1b4be0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a84dba93a04210" /><Relationship Type="http://schemas.openxmlformats.org/officeDocument/2006/relationships/image" Target="/ppt/media/image2.png" Id="Rd86ceb6f87374732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c01d4ce3874bdd" /><Relationship Type="http://schemas.openxmlformats.org/officeDocument/2006/relationships/image" Target="/ppt/media/image2.png" Id="Reec4a9a96bc840dd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b914d3c50e432c" /><Relationship Type="http://schemas.openxmlformats.org/officeDocument/2006/relationships/image" Target="/ppt/media/image2.png" Id="R38085b6949ee4932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d7715d9a1342f8" /><Relationship Type="http://schemas.openxmlformats.org/officeDocument/2006/relationships/image" Target="/ppt/media/image2.png" Id="R0ffab3cdab324e73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19482aa7d54ccd" /><Relationship Type="http://schemas.openxmlformats.org/officeDocument/2006/relationships/image" Target="/ppt/media/image21.png" Id="R1ad185c71d6647ab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d5342205ca4531" /><Relationship Type="http://schemas.openxmlformats.org/officeDocument/2006/relationships/image" Target="/ppt/media/image2.png" Id="Rc49edec5a9624510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00c37a039c4eb2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cc89932fdf4d9b" /></Relationships>
</file>

<file path=ppt/slideLayouts/slideLayout1.xml><?xml version="1.0" encoding="utf-8"?>
<p:sldLayout xmlns:p="http://schemas.openxmlformats.org/presentationml/2006/main" matchingName="Theme 2 Title 1">
  <p:cSld name="TITLE_2_1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9">
            <a:extLst xmlns:a="http://schemas.openxmlformats.org/drawingml/2006/main">
              <a:ext uri="{FF2B5EF4-FFF2-40B4-BE49-F238E27FC236}">
                <a16:creationId xmlns:a16="http://schemas.microsoft.com/office/drawing/2014/main" id="{41C36DF7-4D03-4637-9464-CDD393A4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2800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" name="Google Shape;16;p9">
            <a:extLst xmlns:a="http://schemas.openxmlformats.org/drawingml/2006/main">
              <a:ext uri="{FF2B5EF4-FFF2-40B4-BE49-F238E27FC236}">
                <a16:creationId xmlns:a16="http://schemas.microsoft.com/office/drawing/2014/main" id="{432FC7DC-2B89-4219-92D0-2CF143B0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Google Shape;17;p9">
            <a:extLst xmlns:a="http://schemas.openxmlformats.org/drawingml/2006/main">
              <a:ext uri="{FF2B5EF4-FFF2-40B4-BE49-F238E27FC236}">
                <a16:creationId xmlns:a16="http://schemas.microsoft.com/office/drawing/2014/main" id="{CD090D4B-178B-4E7D-B130-0B03CB18AE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5218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9">
            <a:extLst xmlns:a="http://schemas.openxmlformats.org/drawingml/2006/main">
              <a:ext uri="{FF2B5EF4-FFF2-40B4-BE49-F238E27FC236}">
                <a16:creationId xmlns:a16="http://schemas.microsoft.com/office/drawing/2014/main" id="{EF9F9702-E1CA-42CE-B23F-09510A988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1743625"/>
            <a:ext cx="75333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9" name="Google Shape;19;p9">
            <a:extLst xmlns:a="http://schemas.openxmlformats.org/drawingml/2006/main">
              <a:ext uri="{FF2B5EF4-FFF2-40B4-BE49-F238E27FC236}">
                <a16:creationId xmlns:a16="http://schemas.microsoft.com/office/drawing/2014/main" id="{2C3A6BFE-B8B5-4F0B-BCC1-A7997910C6DB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3725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20" name="Google Shape;20;p9">
            <a:extLst xmlns:a="http://schemas.openxmlformats.org/drawingml/2006/main">
              <a:ext uri="{FF2B5EF4-FFF2-40B4-BE49-F238E27FC236}">
                <a16:creationId xmlns:a16="http://schemas.microsoft.com/office/drawing/2014/main" id="{12FCAD63-5C5A-40DD-9983-A16C9F84F27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1850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31" name="Google Shape;21;p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9">
            <a:extLst xmlns:a="http://schemas.openxmlformats.org/drawingml/2006/main">
              <a:ext uri="{FF2B5EF4-FFF2-40B4-BE49-F238E27FC236}">
                <a16:creationId xmlns:a16="http://schemas.microsoft.com/office/drawing/2014/main" id="{3DC99FCD-DB38-4ECE-A6A6-EF69F1EB14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3" name="Google Shape;2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0a984770174533">
            <a:alphaModFix/>
          </a:blip>
          <a:srcRect xmlns:a="http://schemas.openxmlformats.org/drawingml/2006/main" l="66083" t="5064" r="0" b="18208"/>
          <a:stretch xmlns:a="http://schemas.openxmlformats.org/drawingml/2006/main"/>
        </p:blipFill>
        <p:spPr>
          <a:xfrm xmlns:a="http://schemas.openxmlformats.org/drawingml/2006/main">
            <a:off x="8404050" y="636650"/>
            <a:ext cx="3788027" cy="4820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" name="Google Shape;24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4fdae2fbf0449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17025" y="6191200"/>
            <a:ext cx="2247726" cy="309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Interior agenda light">
  <p:cSld name="CUSTOM_4_1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Google Shape;26;p1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10">
            <a:extLst xmlns:a="http://schemas.openxmlformats.org/drawingml/2006/main">
              <a:ext uri="{FF2B5EF4-FFF2-40B4-BE49-F238E27FC236}">
                <a16:creationId xmlns:a16="http://schemas.microsoft.com/office/drawing/2014/main" id="{7C13B5D4-9CC1-41ED-90B4-D42815A704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37" name="Google Shape;28;p1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1022522E-33A4-4290-BBAD-2F2E23CC4C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92BD335A-B0B4-4A15-AED9-85CB59B4DFD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8932832C-49E0-42F9-BE68-C00CF93557D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32" name="Google Shape;32;p10">
            <a:extLst xmlns:a="http://schemas.openxmlformats.org/drawingml/2006/main">
              <a:ext uri="{FF2B5EF4-FFF2-40B4-BE49-F238E27FC236}">
                <a16:creationId xmlns:a16="http://schemas.microsoft.com/office/drawing/2014/main" id="{CC67B9EE-F2E5-413D-A82F-7B8CE17E254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F4969502-4BCF-41E9-A4B8-2CE159655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43" name="Google Shape;3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6432e4208d41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Interior agenda light 1 1">
  <p:cSld name="Interior agenda light (g3f699196abe_66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1">
            <a:extLst xmlns:a="http://schemas.openxmlformats.org/drawingml/2006/main">
              <a:ext uri="{FF2B5EF4-FFF2-40B4-BE49-F238E27FC236}">
                <a16:creationId xmlns:a16="http://schemas.microsoft.com/office/drawing/2014/main" id="{F267E722-1CAC-48B7-BBC4-9F6CCA4359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37" name="Google Shape;37;p11">
            <a:extLst xmlns:a="http://schemas.openxmlformats.org/drawingml/2006/main">
              <a:ext uri="{FF2B5EF4-FFF2-40B4-BE49-F238E27FC236}">
                <a16:creationId xmlns:a16="http://schemas.microsoft.com/office/drawing/2014/main" id="{E16BCF3B-1358-4219-822F-2D33BE4FB5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8" name="Google Shape;38;p11">
            <a:extLst xmlns:a="http://schemas.openxmlformats.org/drawingml/2006/main">
              <a:ext uri="{FF2B5EF4-FFF2-40B4-BE49-F238E27FC236}">
                <a16:creationId xmlns:a16="http://schemas.microsoft.com/office/drawing/2014/main" id="{4C00DDB5-E185-4903-935C-8D264CDDB4E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9" name="Google Shape;39;p11">
            <a:extLst xmlns:a="http://schemas.openxmlformats.org/drawingml/2006/main">
              <a:ext uri="{FF2B5EF4-FFF2-40B4-BE49-F238E27FC236}">
                <a16:creationId xmlns:a16="http://schemas.microsoft.com/office/drawing/2014/main" id="{D82F5BC9-EE0A-4030-90F1-79C5581B631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40" name="Google Shape;40;p11">
            <a:extLst xmlns:a="http://schemas.openxmlformats.org/drawingml/2006/main">
              <a:ext uri="{FF2B5EF4-FFF2-40B4-BE49-F238E27FC236}">
                <a16:creationId xmlns:a16="http://schemas.microsoft.com/office/drawing/2014/main" id="{2B0DB464-269F-42ED-8B88-1F2DEB061EE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41" name="Google Shape;41;p11">
            <a:extLst xmlns:a="http://schemas.openxmlformats.org/drawingml/2006/main">
              <a:ext uri="{FF2B5EF4-FFF2-40B4-BE49-F238E27FC236}">
                <a16:creationId xmlns:a16="http://schemas.microsoft.com/office/drawing/2014/main" id="{783448FC-88C8-4082-89A5-C9772A04E3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Interior title and two column body">
  <p:cSld name="CUSTOM_4_17_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3" name="Google Shape;43;p1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" name="Google Shape;44;p1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12">
            <a:extLst xmlns:a="http://schemas.openxmlformats.org/drawingml/2006/main">
              <a:ext uri="{FF2B5EF4-FFF2-40B4-BE49-F238E27FC236}">
                <a16:creationId xmlns:a16="http://schemas.microsoft.com/office/drawing/2014/main" id="{095E8BC9-281C-4FB5-9953-2A0A9F175A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6" name="Google Shape;46;p12">
            <a:extLst xmlns:a="http://schemas.openxmlformats.org/drawingml/2006/main">
              <a:ext uri="{FF2B5EF4-FFF2-40B4-BE49-F238E27FC236}">
                <a16:creationId xmlns:a16="http://schemas.microsoft.com/office/drawing/2014/main" id="{6A0440A4-E1E9-4084-AD77-D2B4584F6E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7" name="Google Shape;47;p12">
            <a:extLst xmlns:a="http://schemas.openxmlformats.org/drawingml/2006/main">
              <a:ext uri="{FF2B5EF4-FFF2-40B4-BE49-F238E27FC236}">
                <a16:creationId xmlns:a16="http://schemas.microsoft.com/office/drawing/2014/main" id="{FF7DB5DC-8E97-45EB-B700-3012690128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5125" y="2291177"/>
            <a:ext cx="4937700" cy="372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48" name="Google Shape;48;p12">
            <a:extLst xmlns:a="http://schemas.openxmlformats.org/drawingml/2006/main">
              <a:ext uri="{FF2B5EF4-FFF2-40B4-BE49-F238E27FC236}">
                <a16:creationId xmlns:a16="http://schemas.microsoft.com/office/drawing/2014/main" id="{E3C0FC8B-52E6-44CD-AD7D-3545BA9EB3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369425" y="2291175"/>
            <a:ext cx="4937700" cy="372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5F6B6B2E-6098-4CCF-863E-B47A0B9D427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024CECAA-7066-4406-8F65-421550612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51" name="Google Shape;51;p12">
            <a:extLst xmlns:a="http://schemas.openxmlformats.org/drawingml/2006/main">
              <a:ext uri="{FF2B5EF4-FFF2-40B4-BE49-F238E27FC236}">
                <a16:creationId xmlns:a16="http://schemas.microsoft.com/office/drawing/2014/main" id="{60F973FE-E12B-4EAC-B30A-64B27A4A42D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62" name="Google Shape;52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c773b1baf644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029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Interior agenda light 1 1 1">
  <p:cSld name="Interior agenda light (g3f699196abe_44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BC3B7EF8-CFA8-4B7E-88A2-DA0BC4C742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F37A7DC7-AA22-42F6-97A8-C73533CF79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69BF5CD3-C2A2-4F20-B6CA-F59A04DFCCDA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4AA17DDE-8E71-4F63-928F-0A97C7A6FE3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6F3C07CD-8135-49C0-A19F-6684BE26C8D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28782391-4E6F-4384-B9FE-408A05302A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Interior agenda light 1">
  <p:cSld name="Interior agenda light (g3f699196abe_73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836359E8-74FC-45DC-A8D0-9B66C540EB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2F705573-1E5D-4B68-9459-FF0143E397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EA86C8BB-FCDD-4089-AF51-1B067CA081D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B11BF2C2-2F93-413C-9F02-07CFD56ED61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65" name="Google Shape;65;p14">
            <a:extLst xmlns:a="http://schemas.openxmlformats.org/drawingml/2006/main">
              <a:ext uri="{FF2B5EF4-FFF2-40B4-BE49-F238E27FC236}">
                <a16:creationId xmlns:a16="http://schemas.microsoft.com/office/drawing/2014/main" id="{C4282B26-39A2-4537-BCEB-85567ED2842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460AAAA0-3210-41AB-BDEE-27FEAFB35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Interior data three callouts 1">
  <p:cSld name="Interior data three callouts (g3f699196abe_51_0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7E8B030E-0B5B-4E4B-B22E-49904A0C1B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0890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E3887818-0742-44DE-B73B-7F9C8A3357D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886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51F4A259-A4DA-4AED-90EA-CE02B5BD482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1683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7D0373C-E8D8-4DB8-A91B-5D9B6F1514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96EF88F0-9DCA-4874-BDFB-FCB84C64790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673775" y="6112763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3" name="Google Shape;73;p15">
            <a:extLst xmlns:a="http://schemas.openxmlformats.org/drawingml/2006/main">
              <a:ext uri="{FF2B5EF4-FFF2-40B4-BE49-F238E27FC236}">
                <a16:creationId xmlns:a16="http://schemas.microsoft.com/office/drawing/2014/main" id="{BDBAC06A-0BAD-4A29-BA4B-0E478D18F70E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4683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4" name="Google Shape;74;p15">
            <a:extLst xmlns:a="http://schemas.openxmlformats.org/drawingml/2006/main">
              <a:ext uri="{FF2B5EF4-FFF2-40B4-BE49-F238E27FC236}">
                <a16:creationId xmlns:a16="http://schemas.microsoft.com/office/drawing/2014/main" id="{5CD1088C-9212-4234-976F-535459F03DB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4684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5" name="Google Shape;75;p15">
            <a:extLst xmlns:a="http://schemas.openxmlformats.org/drawingml/2006/main">
              <a:ext uri="{FF2B5EF4-FFF2-40B4-BE49-F238E27FC236}">
                <a16:creationId xmlns:a16="http://schemas.microsoft.com/office/drawing/2014/main" id="{06959600-6FC2-4B66-B8F3-D05B419000AF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0480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50E39944-7E15-4ED0-AAE2-9468F2AE650F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80481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F5DED1BF-B9B1-438F-A5BF-4394619191B7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86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8" name="Google Shape;78;p15">
            <a:extLst xmlns:a="http://schemas.openxmlformats.org/drawingml/2006/main">
              <a:ext uri="{FF2B5EF4-FFF2-40B4-BE49-F238E27FC236}">
                <a16:creationId xmlns:a16="http://schemas.microsoft.com/office/drawing/2014/main" id="{6F6298CB-228E-4965-87C3-7A915B572B53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8887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9" name="Google Shape;79;p15">
            <a:extLst xmlns:a="http://schemas.openxmlformats.org/drawingml/2006/main">
              <a:ext uri="{FF2B5EF4-FFF2-40B4-BE49-F238E27FC236}">
                <a16:creationId xmlns:a16="http://schemas.microsoft.com/office/drawing/2014/main" id="{F948D4DD-87AC-44CE-8364-E1D53BC14939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6504ACA5-4BF4-445D-BFE7-7357AA4BBD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81" name="Google Shape;81;p15">
            <a:extLst xmlns:a="http://schemas.openxmlformats.org/drawingml/2006/main">
              <a:ext uri="{FF2B5EF4-FFF2-40B4-BE49-F238E27FC236}">
                <a16:creationId xmlns:a16="http://schemas.microsoft.com/office/drawing/2014/main" id="{D3CB60BB-66ED-448D-906B-E31CFB6FFCEF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Closing slide with Image">
  <p:cSld name="Closing slide with Image (g3f699196abe_80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6">
            <a:extLst xmlns:a="http://schemas.openxmlformats.org/drawingml/2006/main">
              <a:ext uri="{FF2B5EF4-FFF2-40B4-BE49-F238E27FC236}">
                <a16:creationId xmlns:a16="http://schemas.microsoft.com/office/drawing/2014/main" id="{09DFD536-2154-48FF-B2D2-85B8CACE42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84" name="Google Shape;84;p16">
            <a:extLst xmlns:a="http://schemas.openxmlformats.org/drawingml/2006/main">
              <a:ext uri="{FF2B5EF4-FFF2-40B4-BE49-F238E27FC236}">
                <a16:creationId xmlns:a16="http://schemas.microsoft.com/office/drawing/2014/main" id="{46EC3E37-0586-4333-99C2-74CAE31CC6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5" name="Google Shape;85;p16">
            <a:extLst xmlns:a="http://schemas.openxmlformats.org/drawingml/2006/main">
              <a:ext uri="{FF2B5EF4-FFF2-40B4-BE49-F238E27FC236}">
                <a16:creationId xmlns:a16="http://schemas.microsoft.com/office/drawing/2014/main" id="{A31F4447-240E-4B64-B917-BD738671A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0525" y="568626"/>
            <a:ext cx="5736300" cy="192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86" name="Google Shape;86;p16">
            <a:extLst xmlns:a="http://schemas.openxmlformats.org/drawingml/2006/main">
              <a:ext uri="{FF2B5EF4-FFF2-40B4-BE49-F238E27FC236}">
                <a16:creationId xmlns:a16="http://schemas.microsoft.com/office/drawing/2014/main" id="{1280AAE8-5300-4FA9-80DE-AA471519829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60525" y="2752400"/>
            <a:ext cx="44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Interior data three callouts">
  <p:cSld name="CUSTOM_4_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7">
            <a:extLst xmlns:a="http://schemas.openxmlformats.org/drawingml/2006/main">
              <a:ext uri="{FF2B5EF4-FFF2-40B4-BE49-F238E27FC236}">
                <a16:creationId xmlns:a16="http://schemas.microsoft.com/office/drawing/2014/main" id="{40B91356-224C-4465-A197-05F61480C1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0890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9" name="Google Shape;89;p17">
            <a:extLst xmlns:a="http://schemas.openxmlformats.org/drawingml/2006/main">
              <a:ext uri="{FF2B5EF4-FFF2-40B4-BE49-F238E27FC236}">
                <a16:creationId xmlns:a16="http://schemas.microsoft.com/office/drawing/2014/main" id="{1B04DA84-6DB3-4E66-A114-9B39842528E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886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0" name="Google Shape;90;p17">
            <a:extLst xmlns:a="http://schemas.openxmlformats.org/drawingml/2006/main">
              <a:ext uri="{FF2B5EF4-FFF2-40B4-BE49-F238E27FC236}">
                <a16:creationId xmlns:a16="http://schemas.microsoft.com/office/drawing/2014/main" id="{54D472B8-8D56-4C6E-BD34-54AE3CC6EAC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1683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10" name="Google Shape;91;p1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Google Shape;92;p1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17">
            <a:extLst xmlns:a="http://schemas.openxmlformats.org/drawingml/2006/main">
              <a:ext uri="{FF2B5EF4-FFF2-40B4-BE49-F238E27FC236}">
                <a16:creationId xmlns:a16="http://schemas.microsoft.com/office/drawing/2014/main" id="{F6392463-C219-48F2-AC1A-83585428BF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4" name="Google Shape;94;p17">
            <a:extLst xmlns:a="http://schemas.openxmlformats.org/drawingml/2006/main">
              <a:ext uri="{FF2B5EF4-FFF2-40B4-BE49-F238E27FC236}">
                <a16:creationId xmlns:a16="http://schemas.microsoft.com/office/drawing/2014/main" id="{A5346347-1763-425C-8399-A36BFC29269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673775" y="6112763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14" name="Google Shape;95;p17"/>
          <p:cNvCxnSpPr/>
          <p:nvPr/>
        </p:nvCxnSpPr>
        <p:spPr>
          <a:xfrm xmlns:a="http://schemas.openxmlformats.org/drawingml/2006/main">
            <a:off x="4306145" y="2661025"/>
            <a:ext cx="0" cy="25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15" name="Google Shape;96;p17"/>
          <p:cNvCxnSpPr/>
          <p:nvPr/>
        </p:nvCxnSpPr>
        <p:spPr>
          <a:xfrm xmlns:a="http://schemas.openxmlformats.org/drawingml/2006/main">
            <a:off x="7885845" y="2661025"/>
            <a:ext cx="0" cy="25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7" name="Google Shape;97;p17">
            <a:extLst xmlns:a="http://schemas.openxmlformats.org/drawingml/2006/main">
              <a:ext uri="{FF2B5EF4-FFF2-40B4-BE49-F238E27FC236}">
                <a16:creationId xmlns:a16="http://schemas.microsoft.com/office/drawing/2014/main" id="{681B624A-4DCF-4BE3-9907-21DBB42F4CEB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4683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8" name="Google Shape;98;p17">
            <a:extLst xmlns:a="http://schemas.openxmlformats.org/drawingml/2006/main">
              <a:ext uri="{FF2B5EF4-FFF2-40B4-BE49-F238E27FC236}">
                <a16:creationId xmlns:a16="http://schemas.microsoft.com/office/drawing/2014/main" id="{E0AEF218-4D8D-4BA8-AEB3-E3249CA8262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4684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9" name="Google Shape;99;p17">
            <a:extLst xmlns:a="http://schemas.openxmlformats.org/drawingml/2006/main">
              <a:ext uri="{FF2B5EF4-FFF2-40B4-BE49-F238E27FC236}">
                <a16:creationId xmlns:a16="http://schemas.microsoft.com/office/drawing/2014/main" id="{1A06CA18-966C-47F3-BA64-0CC93914CE27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0480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00" name="Google Shape;100;p17">
            <a:extLst xmlns:a="http://schemas.openxmlformats.org/drawingml/2006/main">
              <a:ext uri="{FF2B5EF4-FFF2-40B4-BE49-F238E27FC236}">
                <a16:creationId xmlns:a16="http://schemas.microsoft.com/office/drawing/2014/main" id="{249A24FE-858D-444A-8A71-5FD817B50FD5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80481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01" name="Google Shape;101;p17">
            <a:extLst xmlns:a="http://schemas.openxmlformats.org/drawingml/2006/main">
              <a:ext uri="{FF2B5EF4-FFF2-40B4-BE49-F238E27FC236}">
                <a16:creationId xmlns:a16="http://schemas.microsoft.com/office/drawing/2014/main" id="{FDAE67C4-6F40-4A21-9E64-F854502A4F32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86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02" name="Google Shape;102;p17">
            <a:extLst xmlns:a="http://schemas.openxmlformats.org/drawingml/2006/main">
              <a:ext uri="{FF2B5EF4-FFF2-40B4-BE49-F238E27FC236}">
                <a16:creationId xmlns:a16="http://schemas.microsoft.com/office/drawing/2014/main" id="{96481E72-EF07-4C78-BF05-EB23A96F62CE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8887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03" name="Google Shape;103;p17">
            <a:extLst xmlns:a="http://schemas.openxmlformats.org/drawingml/2006/main">
              <a:ext uri="{FF2B5EF4-FFF2-40B4-BE49-F238E27FC236}">
                <a16:creationId xmlns:a16="http://schemas.microsoft.com/office/drawing/2014/main" id="{D411A3B2-DDD2-445B-8BD3-0613ADFA6685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04" name="Google Shape;104;p17">
            <a:extLst xmlns:a="http://schemas.openxmlformats.org/drawingml/2006/main">
              <a:ext uri="{FF2B5EF4-FFF2-40B4-BE49-F238E27FC236}">
                <a16:creationId xmlns:a16="http://schemas.microsoft.com/office/drawing/2014/main" id="{D75204D1-CDB3-4CE3-A94D-5D6EAB6C5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05" name="Google Shape;105;p17">
            <a:extLst xmlns:a="http://schemas.openxmlformats.org/drawingml/2006/main">
              <a:ext uri="{FF2B5EF4-FFF2-40B4-BE49-F238E27FC236}">
                <a16:creationId xmlns:a16="http://schemas.microsoft.com/office/drawing/2014/main" id="{931C2D7E-B685-4340-8AFF-2CD9DB98BF9B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25" name="Google Shape;106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e9bfcad70146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416" y="6244688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Closing slide with Image">
  <p:cSld name="CUSTOM_3_2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18">
            <a:extLst xmlns:a="http://schemas.openxmlformats.org/drawingml/2006/main">
              <a:ext uri="{FF2B5EF4-FFF2-40B4-BE49-F238E27FC236}">
                <a16:creationId xmlns:a16="http://schemas.microsoft.com/office/drawing/2014/main" id="{00667B3A-58A8-49D9-9EFF-D58D65EF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" y="0"/>
            <a:ext cx="88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D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127" name="Google Shape;109;p18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18">
            <a:extLst xmlns:a="http://schemas.openxmlformats.org/drawingml/2006/main">
              <a:ext uri="{FF2B5EF4-FFF2-40B4-BE49-F238E27FC236}">
                <a16:creationId xmlns:a16="http://schemas.microsoft.com/office/drawing/2014/main" id="{EDE1E117-08DC-4C3F-AF1F-95C999636D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pic>
        <p:nvPicPr>
          <p:cNvPr id="129" name="Google Shape;111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bb8cef0ede41c2">
            <a:alphaModFix/>
          </a:blip>
          <a:srcRect xmlns:a="http://schemas.openxmlformats.org/drawingml/2006/main" l="0" t="328" r="0" b="318"/>
          <a:stretch xmlns:a="http://schemas.openxmlformats.org/drawingml/2006/main"/>
        </p:blipFill>
        <p:spPr>
          <a:xfrm xmlns:a="http://schemas.openxmlformats.org/drawingml/2006/main">
            <a:off x="10711279" y="6313250"/>
            <a:ext cx="975850" cy="2281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" name="Google Shape;112;p18">
            <a:extLst xmlns:a="http://schemas.openxmlformats.org/drawingml/2006/main">
              <a:ext uri="{FF2B5EF4-FFF2-40B4-BE49-F238E27FC236}">
                <a16:creationId xmlns:a16="http://schemas.microsoft.com/office/drawing/2014/main" id="{7F9FA937-F517-4D95-83FE-9F1ED1E666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3" name="Google Shape;113;p18">
            <a:extLst xmlns:a="http://schemas.openxmlformats.org/drawingml/2006/main">
              <a:ext uri="{FF2B5EF4-FFF2-40B4-BE49-F238E27FC236}">
                <a16:creationId xmlns:a16="http://schemas.microsoft.com/office/drawing/2014/main" id="{8187F993-34DC-44D3-9297-8DF35F39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175" y="5878875"/>
            <a:ext cx="32778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Google Shape;114;p18">
            <a:extLst xmlns:a="http://schemas.openxmlformats.org/drawingml/2006/main">
              <a:ext uri="{FF2B5EF4-FFF2-40B4-BE49-F238E27FC236}">
                <a16:creationId xmlns:a16="http://schemas.microsoft.com/office/drawing/2014/main" id="{F7AA5ACC-30E4-4F97-82F6-35368F6AEF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0525" y="568626"/>
            <a:ext cx="5736300" cy="192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15" name="Google Shape;115;p18">
            <a:extLst xmlns:a="http://schemas.openxmlformats.org/drawingml/2006/main">
              <a:ext uri="{FF2B5EF4-FFF2-40B4-BE49-F238E27FC236}">
                <a16:creationId xmlns:a16="http://schemas.microsoft.com/office/drawing/2014/main" id="{5A12A57F-48AA-49DD-81BF-6E7DE1EE73D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60525" y="2752400"/>
            <a:ext cx="44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6" name="Google Shape;116;p18">
            <a:extLst xmlns:a="http://schemas.openxmlformats.org/drawingml/2006/main">
              <a:ext uri="{FF2B5EF4-FFF2-40B4-BE49-F238E27FC236}">
                <a16:creationId xmlns:a16="http://schemas.microsoft.com/office/drawing/2014/main" id="{3F5A29F0-D0C2-45B2-B859-82007159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450" y="4669200"/>
            <a:ext cx="256050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rPr>
              <a:t>linkedin.com/company/red-hat</a:t>
            </a:r>
            <a:endParaRPr sz="1200" b="0" i="0" u="none" cap="none"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7" name="Google Shape;117;p18">
            <a:extLst xmlns:a="http://schemas.openxmlformats.org/drawingml/2006/main">
              <a:ext uri="{FF2B5EF4-FFF2-40B4-BE49-F238E27FC236}">
                <a16:creationId xmlns:a16="http://schemas.microsoft.com/office/drawing/2014/main" id="{1B793E77-17AD-4C90-8216-8B743B7F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450" y="5174300"/>
            <a:ext cx="256050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rPr>
              <a:t>youtube.com/user/RedHatVideos</a:t>
            </a:r>
            <a:endParaRPr sz="1200" b="0" i="0" u="none" cap="none"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8" name="Google Shape;118;p18">
            <a:extLst xmlns:a="http://schemas.openxmlformats.org/drawingml/2006/main">
              <a:ext uri="{FF2B5EF4-FFF2-40B4-BE49-F238E27FC236}">
                <a16:creationId xmlns:a16="http://schemas.microsoft.com/office/drawing/2014/main" id="{3DC32691-235B-46D3-8DF2-A7812E2D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525" y="4669200"/>
            <a:ext cx="256050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dk1"/>
                </a:solidFill>
                <a:latin typeface="Red Hat Text"/>
                <a:ea typeface="Red Hat Text"/>
                <a:cs typeface="Red Hat Text"/>
              </a:rPr>
              <a:t>facebook.com/redhatinc</a:t>
            </a:r>
            <a:endParaRPr sz="1200" b="0" i="0" u="none" cap="none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sp>
        <p:nvSpPr>
          <p:cNvPr id="119" name="Google Shape;119;p18">
            <a:extLst xmlns:a="http://schemas.openxmlformats.org/drawingml/2006/main">
              <a:ext uri="{FF2B5EF4-FFF2-40B4-BE49-F238E27FC236}">
                <a16:creationId xmlns:a16="http://schemas.microsoft.com/office/drawing/2014/main" id="{54F19E74-F5BF-4811-AFDA-7DAD0414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525" y="5174300"/>
            <a:ext cx="256050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rPr>
              <a:t>twitter.com/RedHat</a:t>
            </a:r>
            <a:endParaRPr sz="1200" b="0" i="0" u="none" cap="none"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pic>
        <p:nvPicPr>
          <p:cNvPr id="138" name="Google Shape;12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4302840a3b4e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86459" y="5180343"/>
            <a:ext cx="229074" cy="2290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21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50a78343544e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86459" y="4675243"/>
            <a:ext cx="229074" cy="2290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22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6623911ce943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0534" y="5180343"/>
            <a:ext cx="229075" cy="229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2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f2753307954f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0534" y="4675243"/>
            <a:ext cx="229075" cy="229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2" name="Google Shape;12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eefd6b52d14a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nterior three column">
  <p:cSld name="CUSTOM_4_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2" name="Google Shape;126;p19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27;p1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76E87112-5F6B-451F-8AF1-9A33477BF9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9C80D0AE-3AFB-43BB-83DC-082B04EE53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46" name="Google Shape;130;p19"/>
          <p:cNvCxnSpPr/>
          <p:nvPr/>
        </p:nvCxnSpPr>
        <p:spPr>
          <a:xfrm xmlns:a="http://schemas.openxmlformats.org/drawingml/2006/main">
            <a:off x="4306150" y="4229725"/>
            <a:ext cx="0" cy="155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7" name="Google Shape;131;p19"/>
          <p:cNvCxnSpPr/>
          <p:nvPr/>
        </p:nvCxnSpPr>
        <p:spPr>
          <a:xfrm xmlns:a="http://schemas.openxmlformats.org/drawingml/2006/main">
            <a:off x="7885850" y="4229725"/>
            <a:ext cx="0" cy="155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2" name="Google Shape;132;p19">
            <a:extLst xmlns:a="http://schemas.openxmlformats.org/drawingml/2006/main">
              <a:ext uri="{FF2B5EF4-FFF2-40B4-BE49-F238E27FC236}">
                <a16:creationId xmlns:a16="http://schemas.microsoft.com/office/drawing/2014/main" id="{081CDF98-DE38-4E66-A144-F75AEC5A8E1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468300" y="4229725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33" name="Google Shape;133;p19">
            <a:extLst xmlns:a="http://schemas.openxmlformats.org/drawingml/2006/main">
              <a:ext uri="{FF2B5EF4-FFF2-40B4-BE49-F238E27FC236}">
                <a16:creationId xmlns:a16="http://schemas.microsoft.com/office/drawing/2014/main" id="{032FB44D-E564-4DFC-BAED-2E930FAC687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68400" y="4718950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34" name="Google Shape;134;p19">
            <a:extLst xmlns:a="http://schemas.openxmlformats.org/drawingml/2006/main">
              <a:ext uri="{FF2B5EF4-FFF2-40B4-BE49-F238E27FC236}">
                <a16:creationId xmlns:a16="http://schemas.microsoft.com/office/drawing/2014/main" id="{0A512FDE-A14B-43AA-94F9-A7576470428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048000" y="4229725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35" name="Google Shape;135;p19">
            <a:extLst xmlns:a="http://schemas.openxmlformats.org/drawingml/2006/main">
              <a:ext uri="{FF2B5EF4-FFF2-40B4-BE49-F238E27FC236}">
                <a16:creationId xmlns:a16="http://schemas.microsoft.com/office/drawing/2014/main" id="{FF3471A1-6D0F-4611-AA60-92076C84EA9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048100" y="4718950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36" name="Google Shape;136;p19">
            <a:extLst xmlns:a="http://schemas.openxmlformats.org/drawingml/2006/main">
              <a:ext uri="{FF2B5EF4-FFF2-40B4-BE49-F238E27FC236}">
                <a16:creationId xmlns:a16="http://schemas.microsoft.com/office/drawing/2014/main" id="{F66A8018-78E1-4C3C-BE77-6ADE24F673C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88600" y="4229725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37" name="Google Shape;137;p19">
            <a:extLst xmlns:a="http://schemas.openxmlformats.org/drawingml/2006/main">
              <a:ext uri="{FF2B5EF4-FFF2-40B4-BE49-F238E27FC236}">
                <a16:creationId xmlns:a16="http://schemas.microsoft.com/office/drawing/2014/main" id="{2140FA75-670D-4A54-8362-0DAAE597451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88700" y="4718950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38" name="Google Shape;138;p19">
            <a:extLst xmlns:a="http://schemas.openxmlformats.org/drawingml/2006/main">
              <a:ext uri="{FF2B5EF4-FFF2-40B4-BE49-F238E27FC236}">
                <a16:creationId xmlns:a16="http://schemas.microsoft.com/office/drawing/2014/main" id="{CC65B4CB-EC09-4977-A25D-8D138F737B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39" name="Google Shape;139;p19">
            <a:extLst xmlns:a="http://schemas.openxmlformats.org/drawingml/2006/main">
              <a:ext uri="{FF2B5EF4-FFF2-40B4-BE49-F238E27FC236}">
                <a16:creationId xmlns:a16="http://schemas.microsoft.com/office/drawing/2014/main" id="{375781B2-5419-4A87-A8AE-EA542C9B51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1532125A-DD3D-4209-9DEC-B160838AEF7E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57" name="Google Shape;141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77714efe174a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171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Interior title, subhead, and body">
  <p:cSld name="CUSTOM_4_1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0">
            <a:extLst xmlns:a="http://schemas.openxmlformats.org/drawingml/2006/main">
              <a:ext uri="{FF2B5EF4-FFF2-40B4-BE49-F238E27FC236}">
                <a16:creationId xmlns:a16="http://schemas.microsoft.com/office/drawing/2014/main" id="{5A057C4D-C8FE-4A6E-A84D-C72B9C732C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44" name="Google Shape;144;p20">
            <a:extLst xmlns:a="http://schemas.openxmlformats.org/drawingml/2006/main">
              <a:ext uri="{FF2B5EF4-FFF2-40B4-BE49-F238E27FC236}">
                <a16:creationId xmlns:a16="http://schemas.microsoft.com/office/drawing/2014/main" id="{E9F34687-F636-413C-8F81-323A10C060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cxnSp>
        <p:nvCxnSpPr>
          <p:cNvPr id="154" name="Google Shape;145;p2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46;p2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20">
            <a:extLst xmlns:a="http://schemas.openxmlformats.org/drawingml/2006/main">
              <a:ext uri="{FF2B5EF4-FFF2-40B4-BE49-F238E27FC236}">
                <a16:creationId xmlns:a16="http://schemas.microsoft.com/office/drawing/2014/main" id="{98278AD9-AB3B-4CD4-8482-42F98ED1C4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48" name="Google Shape;148;p20">
            <a:extLst xmlns:a="http://schemas.openxmlformats.org/drawingml/2006/main">
              <a:ext uri="{FF2B5EF4-FFF2-40B4-BE49-F238E27FC236}">
                <a16:creationId xmlns:a16="http://schemas.microsoft.com/office/drawing/2014/main" id="{5ED8C3F3-D699-4598-8425-D3E7667EEA4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9" name="Google Shape;149;p20">
            <a:extLst xmlns:a="http://schemas.openxmlformats.org/drawingml/2006/main">
              <a:ext uri="{FF2B5EF4-FFF2-40B4-BE49-F238E27FC236}">
                <a16:creationId xmlns:a16="http://schemas.microsoft.com/office/drawing/2014/main" id="{801A5EEE-72A2-4884-8933-0B095DD6605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0" name="Google Shape;150;p20">
            <a:extLst xmlns:a="http://schemas.openxmlformats.org/drawingml/2006/main">
              <a:ext uri="{FF2B5EF4-FFF2-40B4-BE49-F238E27FC236}">
                <a16:creationId xmlns:a16="http://schemas.microsoft.com/office/drawing/2014/main" id="{2879B79F-06D1-4EDB-9962-AB6447F11B7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2438400" y="2286000"/>
            <a:ext cx="73152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pic>
        <p:nvPicPr>
          <p:cNvPr id="160" name="Google Shape;151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16ca72e5ca43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41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Interior image and column body">
  <p:cSld name="CUSTOM_4_17_1_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2" name="Google Shape;153;p21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54;p21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21">
            <a:extLst xmlns:a="http://schemas.openxmlformats.org/drawingml/2006/main">
              <a:ext uri="{FF2B5EF4-FFF2-40B4-BE49-F238E27FC236}">
                <a16:creationId xmlns:a16="http://schemas.microsoft.com/office/drawing/2014/main" id="{7F25EE4C-925A-4E2A-89AF-D5E505758A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6" name="Google Shape;156;p21">
            <a:extLst xmlns:a="http://schemas.openxmlformats.org/drawingml/2006/main">
              <a:ext uri="{FF2B5EF4-FFF2-40B4-BE49-F238E27FC236}">
                <a16:creationId xmlns:a16="http://schemas.microsoft.com/office/drawing/2014/main" id="{D101C117-87A6-4417-AD19-1EFD89FE46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7" name="Google Shape;157;p21">
            <a:extLst xmlns:a="http://schemas.openxmlformats.org/drawingml/2006/main">
              <a:ext uri="{FF2B5EF4-FFF2-40B4-BE49-F238E27FC236}">
                <a16:creationId xmlns:a16="http://schemas.microsoft.com/office/drawing/2014/main" id="{42050377-2D52-46A3-9022-CBCE7E5F20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69425" y="2291175"/>
            <a:ext cx="4937700" cy="372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158" name="Google Shape;158;p21">
            <a:extLst xmlns:a="http://schemas.openxmlformats.org/drawingml/2006/main">
              <a:ext uri="{FF2B5EF4-FFF2-40B4-BE49-F238E27FC236}">
                <a16:creationId xmlns:a16="http://schemas.microsoft.com/office/drawing/2014/main" id="{F4892BEA-8690-48E3-AFFE-1EE233BD586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59" name="Google Shape;159;p21">
            <a:extLst xmlns:a="http://schemas.openxmlformats.org/drawingml/2006/main">
              <a:ext uri="{FF2B5EF4-FFF2-40B4-BE49-F238E27FC236}">
                <a16:creationId xmlns:a16="http://schemas.microsoft.com/office/drawing/2014/main" id="{0CFF25D7-2AEE-46A6-BB3F-9A403F395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60" name="Google Shape;160;p21">
            <a:extLst xmlns:a="http://schemas.openxmlformats.org/drawingml/2006/main">
              <a:ext uri="{FF2B5EF4-FFF2-40B4-BE49-F238E27FC236}">
                <a16:creationId xmlns:a16="http://schemas.microsoft.com/office/drawing/2014/main" id="{C0DA9D96-CC60-4AF8-B066-4CF84FC2F10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70" name="Google Shape;161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42c3b59c474e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Theme 1 title" type="title">
  <p:cSld name="TITLE">
    <p:bg>
      <p:bgPr>
        <a:blipFill xmlns:a="http://schemas.openxmlformats.org/drawingml/2006/main">
          <a:blip xmlns:r="http://schemas.openxmlformats.org/officeDocument/2006/relationships" r:embed="Rfdc66fb285ca416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2">
            <a:extLst xmlns:a="http://schemas.openxmlformats.org/drawingml/2006/main">
              <a:ext uri="{FF2B5EF4-FFF2-40B4-BE49-F238E27FC236}">
                <a16:creationId xmlns:a16="http://schemas.microsoft.com/office/drawing/2014/main" id="{C6A68F7D-3001-4B20-80A8-09EDCDE5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25" y="5878875"/>
            <a:ext cx="33147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22">
            <a:extLst xmlns:a="http://schemas.openxmlformats.org/drawingml/2006/main">
              <a:ext uri="{FF2B5EF4-FFF2-40B4-BE49-F238E27FC236}">
                <a16:creationId xmlns:a16="http://schemas.microsoft.com/office/drawing/2014/main" id="{28A3AB21-8E5D-400B-A475-8BE0ED6496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5218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5" name="Google Shape;165;p22">
            <a:extLst xmlns:a="http://schemas.openxmlformats.org/drawingml/2006/main">
              <a:ext uri="{FF2B5EF4-FFF2-40B4-BE49-F238E27FC236}">
                <a16:creationId xmlns:a16="http://schemas.microsoft.com/office/drawing/2014/main" id="{D01300E1-560E-4FE7-91ED-7860403F7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1743625"/>
            <a:ext cx="75333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6" name="Google Shape;166;p22">
            <a:extLst xmlns:a="http://schemas.openxmlformats.org/drawingml/2006/main">
              <a:ext uri="{FF2B5EF4-FFF2-40B4-BE49-F238E27FC236}">
                <a16:creationId xmlns:a16="http://schemas.microsoft.com/office/drawing/2014/main" id="{71A0B89D-86AA-41A4-93CF-D4ABC5ED2A3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3725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7" name="Google Shape;167;p22">
            <a:extLst xmlns:a="http://schemas.openxmlformats.org/drawingml/2006/main">
              <a:ext uri="{FF2B5EF4-FFF2-40B4-BE49-F238E27FC236}">
                <a16:creationId xmlns:a16="http://schemas.microsoft.com/office/drawing/2014/main" id="{0CF6D2A8-F4A5-4221-A1E5-E42D73F4A90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1850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76" name="Google Shape;168;p2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22">
            <a:extLst xmlns:a="http://schemas.openxmlformats.org/drawingml/2006/main">
              <a:ext uri="{FF2B5EF4-FFF2-40B4-BE49-F238E27FC236}">
                <a16:creationId xmlns:a16="http://schemas.microsoft.com/office/drawing/2014/main" id="{C2C9CBA1-8694-44E2-93BB-5DDC076803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78" name="Google Shape;170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bd097dd78d47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06850" y="6164023"/>
            <a:ext cx="1580275" cy="37276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5.xml><?xml version="1.0" encoding="utf-8"?>
<p:sldLayout xmlns:p="http://schemas.openxmlformats.org/presentationml/2006/main" matchingName="Theme 1 closing">
  <p:cSld name="TITLE_1">
    <p:bg>
      <p:bgPr>
        <a:blipFill xmlns:a="http://schemas.openxmlformats.org/drawingml/2006/main">
          <a:blip xmlns:r="http://schemas.openxmlformats.org/officeDocument/2006/relationships" r:embed="R701bcb7e3784480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23">
            <a:extLst xmlns:a="http://schemas.openxmlformats.org/drawingml/2006/main">
              <a:ext uri="{FF2B5EF4-FFF2-40B4-BE49-F238E27FC236}">
                <a16:creationId xmlns:a16="http://schemas.microsoft.com/office/drawing/2014/main" id="{0A36A53A-5466-4FC1-BD3C-99617B9A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175" y="5878875"/>
            <a:ext cx="32778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Google Shape;173;p23">
            <a:extLst xmlns:a="http://schemas.openxmlformats.org/drawingml/2006/main">
              <a:ext uri="{FF2B5EF4-FFF2-40B4-BE49-F238E27FC236}">
                <a16:creationId xmlns:a16="http://schemas.microsoft.com/office/drawing/2014/main" id="{5D170A6B-9DA4-40E0-890E-02D4D85109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008425"/>
            <a:ext cx="41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74" name="Google Shape;174;p23">
            <a:extLst xmlns:a="http://schemas.openxmlformats.org/drawingml/2006/main">
              <a:ext uri="{FF2B5EF4-FFF2-40B4-BE49-F238E27FC236}">
                <a16:creationId xmlns:a16="http://schemas.microsoft.com/office/drawing/2014/main" id="{CB3B733F-772C-4B7E-9F58-3BE6D8780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568625"/>
            <a:ext cx="4905000" cy="19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94" name="Google Shape;175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c6a4e3311f49b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3470249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5" name="Google Shape;176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e0be7da20a42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277837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6" name="Google Shape;177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a3e3f1c46f43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4" y="2086500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7" name="Google Shape;178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068e7cb4284d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416212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9" name="Google Shape;179;p23">
            <a:extLst xmlns:a="http://schemas.openxmlformats.org/drawingml/2006/main">
              <a:ext uri="{FF2B5EF4-FFF2-40B4-BE49-F238E27FC236}">
                <a16:creationId xmlns:a16="http://schemas.microsoft.com/office/drawing/2014/main" id="{8E07236B-947E-4582-A647-2E70E7F2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19998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linkedin.com/company/red-hat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80" name="Google Shape;180;p23">
            <a:extLst xmlns:a="http://schemas.openxmlformats.org/drawingml/2006/main">
              <a:ext uri="{FF2B5EF4-FFF2-40B4-BE49-F238E27FC236}">
                <a16:creationId xmlns:a16="http://schemas.microsoft.com/office/drawing/2014/main" id="{1413DD4F-BE0B-45AF-B9AC-C5E6FFD3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26916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youtube.com/user/RedHatVideos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81" name="Google Shape;181;p23">
            <a:extLst xmlns:a="http://schemas.openxmlformats.org/drawingml/2006/main">
              <a:ext uri="{FF2B5EF4-FFF2-40B4-BE49-F238E27FC236}">
                <a16:creationId xmlns:a16="http://schemas.microsoft.com/office/drawing/2014/main" id="{2091C728-EDBF-4743-9D30-3E8602E8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33835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facebook.com/redhatinc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82" name="Google Shape;182;p23">
            <a:extLst xmlns:a="http://schemas.openxmlformats.org/drawingml/2006/main">
              <a:ext uri="{FF2B5EF4-FFF2-40B4-BE49-F238E27FC236}">
                <a16:creationId xmlns:a16="http://schemas.microsoft.com/office/drawing/2014/main" id="{84958F57-8699-47F9-8276-3F04EA3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40753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x.com/RedHat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202" name="Google Shape;183;p23"/>
          <p:cNvCxnSpPr/>
          <p:nvPr/>
        </p:nvCxnSpPr>
        <p:spPr>
          <a:xfrm xmlns:a="http://schemas.openxmlformats.org/drawingml/2006/main" rot="10800000">
            <a:off x="447775" y="50"/>
            <a:ext cx="0" cy="2282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3" name="Google Shape;184;p23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p23">
            <a:extLst xmlns:a="http://schemas.openxmlformats.org/drawingml/2006/main">
              <a:ext uri="{FF2B5EF4-FFF2-40B4-BE49-F238E27FC236}">
                <a16:creationId xmlns:a16="http://schemas.microsoft.com/office/drawing/2014/main" id="{1FDEA577-6834-41D0-B95A-3598B416FA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05" name="Google Shape;186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9f9b5388d74a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06850" y="6164023"/>
            <a:ext cx="1580275" cy="37276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6.xml><?xml version="1.0" encoding="utf-8"?>
<p:sldLayout xmlns:p="http://schemas.openxmlformats.org/presentationml/2006/main" matchingName="Theme 2 Title">
  <p:cSld name="TITLE_2">
    <p:bg>
      <p:bgPr>
        <a:solidFill xmlns:a="http://schemas.openxmlformats.org/drawingml/2006/main">
          <a:srgbClr val="1B0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Google Shape;188;p24">
            <a:extLst xmlns:a="http://schemas.openxmlformats.org/drawingml/2006/main">
              <a:ext uri="{FF2B5EF4-FFF2-40B4-BE49-F238E27FC236}">
                <a16:creationId xmlns:a16="http://schemas.microsoft.com/office/drawing/2014/main" id="{99C0A80B-0897-4CD8-9281-95684DEB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2800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89" name="Google Shape;189;p24">
            <a:extLst xmlns:a="http://schemas.openxmlformats.org/drawingml/2006/main">
              <a:ext uri="{FF2B5EF4-FFF2-40B4-BE49-F238E27FC236}">
                <a16:creationId xmlns:a16="http://schemas.microsoft.com/office/drawing/2014/main" id="{417A6835-BD93-492B-8E50-B626981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Google Shape;190;p24">
            <a:extLst xmlns:a="http://schemas.openxmlformats.org/drawingml/2006/main">
              <a:ext uri="{FF2B5EF4-FFF2-40B4-BE49-F238E27FC236}">
                <a16:creationId xmlns:a16="http://schemas.microsoft.com/office/drawing/2014/main" id="{F7B5A685-ABF4-4334-956F-B7E6C42DE4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5218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91" name="Google Shape;191;p24">
            <a:extLst xmlns:a="http://schemas.openxmlformats.org/drawingml/2006/main">
              <a:ext uri="{FF2B5EF4-FFF2-40B4-BE49-F238E27FC236}">
                <a16:creationId xmlns:a16="http://schemas.microsoft.com/office/drawing/2014/main" id="{CCAC7AA3-4D78-4296-A7A8-FE59988D6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1743625"/>
            <a:ext cx="75333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92" name="Google Shape;192;p24">
            <a:extLst xmlns:a="http://schemas.openxmlformats.org/drawingml/2006/main">
              <a:ext uri="{FF2B5EF4-FFF2-40B4-BE49-F238E27FC236}">
                <a16:creationId xmlns:a16="http://schemas.microsoft.com/office/drawing/2014/main" id="{9BCAC764-FA42-4500-8092-4C83ACF0B30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3725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93" name="Google Shape;193;p24">
            <a:extLst xmlns:a="http://schemas.openxmlformats.org/drawingml/2006/main">
              <a:ext uri="{FF2B5EF4-FFF2-40B4-BE49-F238E27FC236}">
                <a16:creationId xmlns:a16="http://schemas.microsoft.com/office/drawing/2014/main" id="{7C5D3698-7C94-4D6F-A24D-C117AF1114C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1850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203" name="Google Shape;194;p2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24">
            <a:extLst xmlns:a="http://schemas.openxmlformats.org/drawingml/2006/main">
              <a:ext uri="{FF2B5EF4-FFF2-40B4-BE49-F238E27FC236}">
                <a16:creationId xmlns:a16="http://schemas.microsoft.com/office/drawing/2014/main" id="{343CC62F-E8FD-4CA2-A6CA-B2B543A009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05" name="Google Shape;196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0b07aad8a044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7.xml><?xml version="1.0" encoding="utf-8"?>
<p:sldLayout xmlns:p="http://schemas.openxmlformats.org/presentationml/2006/main" matchingName="Theme 2 Title 1 1">
  <p:cSld name="TITLE_2_1_1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" name="Google Shape;198;p25">
            <a:extLst xmlns:a="http://schemas.openxmlformats.org/drawingml/2006/main">
              <a:ext uri="{FF2B5EF4-FFF2-40B4-BE49-F238E27FC236}">
                <a16:creationId xmlns:a16="http://schemas.microsoft.com/office/drawing/2014/main" id="{EA6F5B93-78FC-4EF0-B057-04A16F65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2800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99" name="Google Shape;199;p25">
            <a:extLst xmlns:a="http://schemas.openxmlformats.org/drawingml/2006/main">
              <a:ext uri="{FF2B5EF4-FFF2-40B4-BE49-F238E27FC236}">
                <a16:creationId xmlns:a16="http://schemas.microsoft.com/office/drawing/2014/main" id="{71AA9F84-7F1A-415E-B37A-E44282BF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Google Shape;200;p25">
            <a:extLst xmlns:a="http://schemas.openxmlformats.org/drawingml/2006/main">
              <a:ext uri="{FF2B5EF4-FFF2-40B4-BE49-F238E27FC236}">
                <a16:creationId xmlns:a16="http://schemas.microsoft.com/office/drawing/2014/main" id="{CF997750-6C88-4208-9A06-EB1644B7F7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5218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01" name="Google Shape;201;p25">
            <a:extLst xmlns:a="http://schemas.openxmlformats.org/drawingml/2006/main">
              <a:ext uri="{FF2B5EF4-FFF2-40B4-BE49-F238E27FC236}">
                <a16:creationId xmlns:a16="http://schemas.microsoft.com/office/drawing/2014/main" id="{BF602647-B020-42C5-94A7-3F2673E036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1743625"/>
            <a:ext cx="75333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02" name="Google Shape;202;p25">
            <a:extLst xmlns:a="http://schemas.openxmlformats.org/drawingml/2006/main">
              <a:ext uri="{FF2B5EF4-FFF2-40B4-BE49-F238E27FC236}">
                <a16:creationId xmlns:a16="http://schemas.microsoft.com/office/drawing/2014/main" id="{51E367AB-1EB5-4F85-AFC1-59131275813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3725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203" name="Google Shape;203;p25">
            <a:extLst xmlns:a="http://schemas.openxmlformats.org/drawingml/2006/main">
              <a:ext uri="{FF2B5EF4-FFF2-40B4-BE49-F238E27FC236}">
                <a16:creationId xmlns:a16="http://schemas.microsoft.com/office/drawing/2014/main" id="{B48174EE-F882-45A1-982E-53FFAE7423F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1850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214" name="Google Shape;204;p25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p25">
            <a:extLst xmlns:a="http://schemas.openxmlformats.org/drawingml/2006/main">
              <a:ext uri="{FF2B5EF4-FFF2-40B4-BE49-F238E27FC236}">
                <a16:creationId xmlns:a16="http://schemas.microsoft.com/office/drawing/2014/main" id="{C319ACEE-D39E-4BC5-AEC2-FF55DC1492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16" name="Google Shape;206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2a3903e7e24145">
            <a:alphaModFix/>
          </a:blip>
          <a:srcRect xmlns:a="http://schemas.openxmlformats.org/drawingml/2006/main" l="62774" t="12166" r="0" b="14809"/>
          <a:stretch xmlns:a="http://schemas.openxmlformats.org/drawingml/2006/main"/>
        </p:blipFill>
        <p:spPr>
          <a:xfrm xmlns:a="http://schemas.openxmlformats.org/drawingml/2006/main">
            <a:off x="8658550" y="933600"/>
            <a:ext cx="3533450" cy="3899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7" name="Google Shape;207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714a7c58c149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8.xml><?xml version="1.0" encoding="utf-8"?>
<p:sldLayout xmlns:p="http://schemas.openxmlformats.org/presentationml/2006/main" matchingName="Theme 2 closing">
  <p:cSld name="TITLE_1_1">
    <p:bg>
      <p:bgPr>
        <a:solidFill xmlns:a="http://schemas.openxmlformats.org/drawingml/2006/main">
          <a:srgbClr val="1B0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Google Shape;209;p26">
            <a:extLst xmlns:a="http://schemas.openxmlformats.org/drawingml/2006/main">
              <a:ext uri="{FF2B5EF4-FFF2-40B4-BE49-F238E27FC236}">
                <a16:creationId xmlns:a16="http://schemas.microsoft.com/office/drawing/2014/main" id="{36A4D5F3-175E-41AC-BE34-268BEB98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57028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10" name="Google Shape;210;p26">
            <a:extLst xmlns:a="http://schemas.openxmlformats.org/drawingml/2006/main">
              <a:ext uri="{FF2B5EF4-FFF2-40B4-BE49-F238E27FC236}">
                <a16:creationId xmlns:a16="http://schemas.microsoft.com/office/drawing/2014/main" id="{66F545D1-FD4D-4282-99D2-1BB992E4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Google Shape;211;p26">
            <a:extLst xmlns:a="http://schemas.openxmlformats.org/drawingml/2006/main">
              <a:ext uri="{FF2B5EF4-FFF2-40B4-BE49-F238E27FC236}">
                <a16:creationId xmlns:a16="http://schemas.microsoft.com/office/drawing/2014/main" id="{65547C98-7BEE-4E1C-AF6B-1DD0B78A96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008425"/>
            <a:ext cx="41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212" name="Google Shape;212;p26">
            <a:extLst xmlns:a="http://schemas.openxmlformats.org/drawingml/2006/main">
              <a:ext uri="{FF2B5EF4-FFF2-40B4-BE49-F238E27FC236}">
                <a16:creationId xmlns:a16="http://schemas.microsoft.com/office/drawing/2014/main" id="{7C4E037F-8D08-4494-AF21-6E914E7230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568625"/>
            <a:ext cx="4905000" cy="19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3" name="Google Shape;213;p26">
            <a:extLst xmlns:a="http://schemas.openxmlformats.org/drawingml/2006/main">
              <a:ext uri="{FF2B5EF4-FFF2-40B4-BE49-F238E27FC236}">
                <a16:creationId xmlns:a16="http://schemas.microsoft.com/office/drawing/2014/main" id="{7408727E-8539-4C94-AE70-6AEA175A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19998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linkedin.com/company/red-hat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14" name="Google Shape;214;p26">
            <a:extLst xmlns:a="http://schemas.openxmlformats.org/drawingml/2006/main">
              <a:ext uri="{FF2B5EF4-FFF2-40B4-BE49-F238E27FC236}">
                <a16:creationId xmlns:a16="http://schemas.microsoft.com/office/drawing/2014/main" id="{3256A832-FECD-4DDC-A609-58D552DC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26916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youtube.com/user/RedHatVideos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15" name="Google Shape;215;p26">
            <a:extLst xmlns:a="http://schemas.openxmlformats.org/drawingml/2006/main">
              <a:ext uri="{FF2B5EF4-FFF2-40B4-BE49-F238E27FC236}">
                <a16:creationId xmlns:a16="http://schemas.microsoft.com/office/drawing/2014/main" id="{2C1E84B9-9E53-4B89-86A7-8EDDE9AA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33835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facebook.com/redhatinc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16" name="Google Shape;216;p26">
            <a:extLst xmlns:a="http://schemas.openxmlformats.org/drawingml/2006/main">
              <a:ext uri="{FF2B5EF4-FFF2-40B4-BE49-F238E27FC236}">
                <a16:creationId xmlns:a16="http://schemas.microsoft.com/office/drawing/2014/main" id="{D5D2326C-13CC-4E53-AB93-58C48438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40753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x.com/RedHat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233" name="Google Shape;217;p26"/>
          <p:cNvCxnSpPr/>
          <p:nvPr/>
        </p:nvCxnSpPr>
        <p:spPr>
          <a:xfrm xmlns:a="http://schemas.openxmlformats.org/drawingml/2006/main" rot="10800000">
            <a:off x="447775" y="50"/>
            <a:ext cx="0" cy="2282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218;p26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Google Shape;219;p26">
            <a:extLst xmlns:a="http://schemas.openxmlformats.org/drawingml/2006/main">
              <a:ext uri="{FF2B5EF4-FFF2-40B4-BE49-F238E27FC236}">
                <a16:creationId xmlns:a16="http://schemas.microsoft.com/office/drawing/2014/main" id="{C6814AC2-A7A8-489B-8357-C36406910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36" name="Google Shape;220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592805cd2a4d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3470249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7" name="Google Shape;221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4a40451e6b49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277837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8" name="Google Shape;222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93d33390e24d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4" y="2086500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9" name="Google Shape;223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61aba58f5e48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416212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0" name="Google Shape;224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d5ec000a8549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Theme 2 closing 1">
  <p:cSld name="TITLE_1_1_2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Google Shape;226;p27">
            <a:extLst xmlns:a="http://schemas.openxmlformats.org/drawingml/2006/main">
              <a:ext uri="{FF2B5EF4-FFF2-40B4-BE49-F238E27FC236}">
                <a16:creationId xmlns:a16="http://schemas.microsoft.com/office/drawing/2014/main" id="{6D242B13-456E-4ED9-AA2E-FA2AAE3E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2800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27" name="Google Shape;227;p27">
            <a:extLst xmlns:a="http://schemas.openxmlformats.org/drawingml/2006/main">
              <a:ext uri="{FF2B5EF4-FFF2-40B4-BE49-F238E27FC236}">
                <a16:creationId xmlns:a16="http://schemas.microsoft.com/office/drawing/2014/main" id="{33CCB167-8EF8-4383-BB43-1C7F68A8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Google Shape;228;p27">
            <a:extLst xmlns:a="http://schemas.openxmlformats.org/drawingml/2006/main">
              <a:ext uri="{FF2B5EF4-FFF2-40B4-BE49-F238E27FC236}">
                <a16:creationId xmlns:a16="http://schemas.microsoft.com/office/drawing/2014/main" id="{DEC9CE7C-6A8E-4F8B-98E4-96C7F692D7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008425"/>
            <a:ext cx="41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229" name="Google Shape;229;p27">
            <a:extLst xmlns:a="http://schemas.openxmlformats.org/drawingml/2006/main">
              <a:ext uri="{FF2B5EF4-FFF2-40B4-BE49-F238E27FC236}">
                <a16:creationId xmlns:a16="http://schemas.microsoft.com/office/drawing/2014/main" id="{0F2D6C8C-320D-4CF0-8924-2B77667D5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568625"/>
            <a:ext cx="4905000" cy="19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0" name="Google Shape;230;p27">
            <a:extLst xmlns:a="http://schemas.openxmlformats.org/drawingml/2006/main">
              <a:ext uri="{FF2B5EF4-FFF2-40B4-BE49-F238E27FC236}">
                <a16:creationId xmlns:a16="http://schemas.microsoft.com/office/drawing/2014/main" id="{FA83AC99-EC81-4119-A4DD-AE2215F5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19998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linkedin.com/company/red-hat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31" name="Google Shape;231;p27">
            <a:extLst xmlns:a="http://schemas.openxmlformats.org/drawingml/2006/main">
              <a:ext uri="{FF2B5EF4-FFF2-40B4-BE49-F238E27FC236}">
                <a16:creationId xmlns:a16="http://schemas.microsoft.com/office/drawing/2014/main" id="{E03A44EF-86F5-4E72-B0C4-D0857912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26916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youtube.com/user/RedHatVideos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32" name="Google Shape;232;p27">
            <a:extLst xmlns:a="http://schemas.openxmlformats.org/drawingml/2006/main">
              <a:ext uri="{FF2B5EF4-FFF2-40B4-BE49-F238E27FC236}">
                <a16:creationId xmlns:a16="http://schemas.microsoft.com/office/drawing/2014/main" id="{576DE885-187B-4A85-A60F-8353D186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33835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facebook.com/redhatinc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33" name="Google Shape;233;p27">
            <a:extLst xmlns:a="http://schemas.openxmlformats.org/drawingml/2006/main">
              <a:ext uri="{FF2B5EF4-FFF2-40B4-BE49-F238E27FC236}">
                <a16:creationId xmlns:a16="http://schemas.microsoft.com/office/drawing/2014/main" id="{855CA928-E836-4AB4-ADAB-DE864C1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40753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x.com/RedHat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250" name="Google Shape;234;p27"/>
          <p:cNvCxnSpPr/>
          <p:nvPr/>
        </p:nvCxnSpPr>
        <p:spPr>
          <a:xfrm xmlns:a="http://schemas.openxmlformats.org/drawingml/2006/main" rot="10800000">
            <a:off x="447775" y="50"/>
            <a:ext cx="0" cy="2282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" name="Google Shape;235;p2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6" name="Google Shape;236;p27">
            <a:extLst xmlns:a="http://schemas.openxmlformats.org/drawingml/2006/main">
              <a:ext uri="{FF2B5EF4-FFF2-40B4-BE49-F238E27FC236}">
                <a16:creationId xmlns:a16="http://schemas.microsoft.com/office/drawing/2014/main" id="{43FE0A70-F6B3-43E3-87E7-4B88723C76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53" name="Google Shape;237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fcb422e90c41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3470249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4" name="Google Shape;238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62647840224ae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277837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5" name="Google Shape;239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6ac07a77c54b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4" y="2086500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6" name="Google Shape;240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62df676bd140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416212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7" name="Google Shape;241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d161b8e28643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0.xml><?xml version="1.0" encoding="utf-8"?>
<p:sldLayout xmlns:p="http://schemas.openxmlformats.org/presentationml/2006/main" matchingName="Full-width Image">
  <p:cSld name="TITLE_1_1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Google Shape;243;p28">
            <a:extLst xmlns:a="http://schemas.openxmlformats.org/drawingml/2006/main">
              <a:ext uri="{FF2B5EF4-FFF2-40B4-BE49-F238E27FC236}">
                <a16:creationId xmlns:a16="http://schemas.microsoft.com/office/drawing/2014/main" id="{8DB3C5A0-D1A5-4FE9-A23D-9FFA4464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450" y="5878875"/>
            <a:ext cx="33837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49" name="Google Shape;244;p28"/>
          <p:cNvCxnSpPr/>
          <p:nvPr/>
        </p:nvCxnSpPr>
        <p:spPr>
          <a:xfrm xmlns:a="http://schemas.openxmlformats.org/drawingml/2006/main" rot="10800000">
            <a:off x="447775" y="50"/>
            <a:ext cx="0" cy="2282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0" name="Google Shape;245;p28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28">
            <a:extLst xmlns:a="http://schemas.openxmlformats.org/drawingml/2006/main">
              <a:ext uri="{FF2B5EF4-FFF2-40B4-BE49-F238E27FC236}">
                <a16:creationId xmlns:a16="http://schemas.microsoft.com/office/drawing/2014/main" id="{1B48E546-7B54-4CB8-BAA7-20FDC4AE49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52" name="Google Shape;247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1fdc2e30884b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1.xml><?xml version="1.0" encoding="utf-8"?>
<p:sldLayout xmlns:p="http://schemas.openxmlformats.org/presentationml/2006/main" matchingName="Webinar title">
  <p:cSld name="TITLE_3">
    <p:bg>
      <p:bgPr>
        <a:solidFill xmlns:a="http://schemas.openxmlformats.org/drawingml/2006/main">
          <a:srgbClr val="EBEBEB">
            <a:alpha val="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8" name="Google Shape;249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adb150435f49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19200" y="762000"/>
            <a:ext cx="2145944" cy="50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0" name="Google Shape;250;p29">
            <a:extLst xmlns:a="http://schemas.openxmlformats.org/drawingml/2006/main">
              <a:ext uri="{FF2B5EF4-FFF2-40B4-BE49-F238E27FC236}">
                <a16:creationId xmlns:a16="http://schemas.microsoft.com/office/drawing/2014/main" id="{05135326-9DDB-464C-944C-82311913CB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69325" y="44362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51" name="Google Shape;251;p29">
            <a:extLst xmlns:a="http://schemas.openxmlformats.org/drawingml/2006/main">
              <a:ext uri="{FF2B5EF4-FFF2-40B4-BE49-F238E27FC236}">
                <a16:creationId xmlns:a16="http://schemas.microsoft.com/office/drawing/2014/main" id="{9BC31DF4-893D-4C60-9A21-209E60A0C5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69475" y="2658025"/>
            <a:ext cx="9871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52" name="Google Shape;252;p29">
            <a:extLst xmlns:a="http://schemas.openxmlformats.org/drawingml/2006/main">
              <a:ext uri="{FF2B5EF4-FFF2-40B4-BE49-F238E27FC236}">
                <a16:creationId xmlns:a16="http://schemas.microsoft.com/office/drawing/2014/main" id="{0EFE3AC2-142F-4D64-BD8D-252D4772942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169325" y="5454694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253" name="Google Shape;253;p29">
            <a:extLst xmlns:a="http://schemas.openxmlformats.org/drawingml/2006/main">
              <a:ext uri="{FF2B5EF4-FFF2-40B4-BE49-F238E27FC236}">
                <a16:creationId xmlns:a16="http://schemas.microsoft.com/office/drawing/2014/main" id="{5A580BAA-2E63-4646-BCB7-AACD0CCEDF7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557450" y="5454694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263" name="Google Shape;254;p2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29">
            <a:extLst xmlns:a="http://schemas.openxmlformats.org/drawingml/2006/main">
              <a:ext uri="{FF2B5EF4-FFF2-40B4-BE49-F238E27FC236}">
                <a16:creationId xmlns:a16="http://schemas.microsoft.com/office/drawing/2014/main" id="{DDDA5FD9-0101-4CC2-B5E0-A24ECB18B0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65" name="Google Shape;256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8c5c3b9b6649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5978524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heme 2 divider A">
  <p:cSld name="CUSTOM_2">
    <p:bg>
      <p:bgPr>
        <a:blipFill xmlns:a="http://schemas.openxmlformats.org/drawingml/2006/main">
          <a:blip xmlns:r="http://schemas.openxmlformats.org/officeDocument/2006/relationships" r:embed="Rf605da511a24469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8" name="Google Shape;258;p30">
            <a:extLst xmlns:a="http://schemas.openxmlformats.org/drawingml/2006/main">
              <a:ext uri="{FF2B5EF4-FFF2-40B4-BE49-F238E27FC236}">
                <a16:creationId xmlns:a16="http://schemas.microsoft.com/office/drawing/2014/main" id="{6FC9B9C8-8E65-4592-9C4D-ED1F2B0AEB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775" y="1084561"/>
            <a:ext cx="6825000" cy="21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266" name="Google Shape;259;p3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0;p3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p30">
            <a:extLst xmlns:a="http://schemas.openxmlformats.org/drawingml/2006/main">
              <a:ext uri="{FF2B5EF4-FFF2-40B4-BE49-F238E27FC236}">
                <a16:creationId xmlns:a16="http://schemas.microsoft.com/office/drawing/2014/main" id="{B6129E13-40E6-4B8D-B57B-BCF169D3DF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262" name="Google Shape;262;p30">
            <a:extLst xmlns:a="http://schemas.openxmlformats.org/drawingml/2006/main">
              <a:ext uri="{FF2B5EF4-FFF2-40B4-BE49-F238E27FC236}">
                <a16:creationId xmlns:a16="http://schemas.microsoft.com/office/drawing/2014/main" id="{986F46DA-A982-4F62-BBD0-BBC100B2802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9480050" y="1743719"/>
            <a:ext cx="2124300" cy="33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3" name="Google Shape;263;p30">
            <a:extLst xmlns:a="http://schemas.openxmlformats.org/drawingml/2006/main">
              <a:ext uri="{FF2B5EF4-FFF2-40B4-BE49-F238E27FC236}">
                <a16:creationId xmlns:a16="http://schemas.microsoft.com/office/drawing/2014/main" id="{D8D34ABB-036A-4C5E-BADD-012095F1A9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71" name="Google Shape;264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9cbe9db87148c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021209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3.xml><?xml version="1.0" encoding="utf-8"?>
<p:sldLayout xmlns:p="http://schemas.openxmlformats.org/presentationml/2006/main" matchingName="Theme 2 divider B">
  <p:cSld name="CUSTOM_2_1">
    <p:bg>
      <p:bgPr>
        <a:blipFill xmlns:a="http://schemas.openxmlformats.org/drawingml/2006/main">
          <a:blip xmlns:r="http://schemas.openxmlformats.org/officeDocument/2006/relationships" r:embed="R7947aa7748454f8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Google Shape;266;p31">
            <a:extLst xmlns:a="http://schemas.openxmlformats.org/drawingml/2006/main">
              <a:ext uri="{FF2B5EF4-FFF2-40B4-BE49-F238E27FC236}">
                <a16:creationId xmlns:a16="http://schemas.microsoft.com/office/drawing/2014/main" id="{2E6DBBB9-4443-4D23-987B-51A51A600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775" y="1084561"/>
            <a:ext cx="6825000" cy="21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274" name="Google Shape;267;p31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68;p31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" name="Google Shape;269;p31">
            <a:extLst xmlns:a="http://schemas.openxmlformats.org/drawingml/2006/main">
              <a:ext uri="{FF2B5EF4-FFF2-40B4-BE49-F238E27FC236}">
                <a16:creationId xmlns:a16="http://schemas.microsoft.com/office/drawing/2014/main" id="{E7E2A1A0-06E0-4B7A-938A-76806993EC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270" name="Google Shape;270;p31">
            <a:extLst xmlns:a="http://schemas.openxmlformats.org/drawingml/2006/main">
              <a:ext uri="{FF2B5EF4-FFF2-40B4-BE49-F238E27FC236}">
                <a16:creationId xmlns:a16="http://schemas.microsoft.com/office/drawing/2014/main" id="{398CAAD4-4D14-4FC5-8B71-3ED75ABEBC1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9480050" y="1743719"/>
            <a:ext cx="2124300" cy="33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71" name="Google Shape;271;p31">
            <a:extLst xmlns:a="http://schemas.openxmlformats.org/drawingml/2006/main">
              <a:ext uri="{FF2B5EF4-FFF2-40B4-BE49-F238E27FC236}">
                <a16:creationId xmlns:a16="http://schemas.microsoft.com/office/drawing/2014/main" id="{BBA37B00-03C7-4BE3-8717-4A4DF381B1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79" name="Google Shape;272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2a1bc2adde4e3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330260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4.xml><?xml version="1.0" encoding="utf-8"?>
<p:sldLayout xmlns:p="http://schemas.openxmlformats.org/presentationml/2006/main" matchingName="Interior call out A">
  <p:cSld name="CUSTOM_2_1_2">
    <p:bg>
      <p:bgPr>
        <a:blipFill xmlns:a="http://schemas.openxmlformats.org/drawingml/2006/main">
          <a:blip xmlns:r="http://schemas.openxmlformats.org/officeDocument/2006/relationships" r:embed="R1bd12b5256f9485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0" name="Google Shape;274;p3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1" name="Google Shape;275;p3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6" name="Google Shape;276;p32">
            <a:extLst xmlns:a="http://schemas.openxmlformats.org/drawingml/2006/main">
              <a:ext uri="{FF2B5EF4-FFF2-40B4-BE49-F238E27FC236}">
                <a16:creationId xmlns:a16="http://schemas.microsoft.com/office/drawing/2014/main" id="{F8C719B7-92A8-4A04-82FD-F1F976E961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277" name="Google Shape;277;p32">
            <a:extLst xmlns:a="http://schemas.openxmlformats.org/drawingml/2006/main">
              <a:ext uri="{FF2B5EF4-FFF2-40B4-BE49-F238E27FC236}">
                <a16:creationId xmlns:a16="http://schemas.microsoft.com/office/drawing/2014/main" id="{7C982F56-B6B5-49B1-92AC-D0597B6640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78" name="Google Shape;278;p32">
            <a:extLst xmlns:a="http://schemas.openxmlformats.org/drawingml/2006/main">
              <a:ext uri="{FF2B5EF4-FFF2-40B4-BE49-F238E27FC236}">
                <a16:creationId xmlns:a16="http://schemas.microsoft.com/office/drawing/2014/main" id="{8BB0C583-25FD-48E7-98AF-F276D8E8E61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9480050" y="1401753"/>
            <a:ext cx="2124300" cy="405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285" name="Google Shape;279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32e63397ce43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5.xml><?xml version="1.0" encoding="utf-8"?>
<p:sldLayout xmlns:p="http://schemas.openxmlformats.org/presentationml/2006/main" matchingName="Theme 2 divider C">
  <p:cSld name="CUSTOM_2_1_1">
    <p:bg>
      <p:bgPr>
        <a:blipFill xmlns:a="http://schemas.openxmlformats.org/drawingml/2006/main">
          <a:blip xmlns:r="http://schemas.openxmlformats.org/officeDocument/2006/relationships" r:embed="Rc4398c3ed4484c8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1" name="Google Shape;281;p33">
            <a:extLst xmlns:a="http://schemas.openxmlformats.org/drawingml/2006/main">
              <a:ext uri="{FF2B5EF4-FFF2-40B4-BE49-F238E27FC236}">
                <a16:creationId xmlns:a16="http://schemas.microsoft.com/office/drawing/2014/main" id="{E7C0B680-5EC8-4062-BEDF-F995D0EF81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775" y="1084561"/>
            <a:ext cx="6825000" cy="21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290" name="Google Shape;282;p33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" name="Google Shape;283;p33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p33">
            <a:extLst xmlns:a="http://schemas.openxmlformats.org/drawingml/2006/main">
              <a:ext uri="{FF2B5EF4-FFF2-40B4-BE49-F238E27FC236}">
                <a16:creationId xmlns:a16="http://schemas.microsoft.com/office/drawing/2014/main" id="{407B52F8-E8B5-417C-8BD6-44374E88FA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285" name="Google Shape;285;p33">
            <a:extLst xmlns:a="http://schemas.openxmlformats.org/drawingml/2006/main">
              <a:ext uri="{FF2B5EF4-FFF2-40B4-BE49-F238E27FC236}">
                <a16:creationId xmlns:a16="http://schemas.microsoft.com/office/drawing/2014/main" id="{0B02F37E-301E-445F-B7C9-12E275D6DC1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9480050" y="1743719"/>
            <a:ext cx="2124300" cy="33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6" name="Google Shape;286;p33">
            <a:extLst xmlns:a="http://schemas.openxmlformats.org/drawingml/2006/main">
              <a:ext uri="{FF2B5EF4-FFF2-40B4-BE49-F238E27FC236}">
                <a16:creationId xmlns:a16="http://schemas.microsoft.com/office/drawing/2014/main" id="{27391750-5E61-40AC-BA1E-B670B475FE6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9480050" y="1743719"/>
            <a:ext cx="2124300" cy="33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7" name="Google Shape;287;p33">
            <a:extLst xmlns:a="http://schemas.openxmlformats.org/drawingml/2006/main">
              <a:ext uri="{FF2B5EF4-FFF2-40B4-BE49-F238E27FC236}">
                <a16:creationId xmlns:a16="http://schemas.microsoft.com/office/drawing/2014/main" id="{7A3EC87C-5B3C-4257-89C0-2D465E426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96" name="Google Shape;288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5f018b5a8643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16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6.xml><?xml version="1.0" encoding="utf-8"?>
<p:sldLayout xmlns:p="http://schemas.openxmlformats.org/presentationml/2006/main" matchingName="Interior call out B">
  <p:cSld name="CUSTOM_2_1_1_1">
    <p:bg>
      <p:bgPr>
        <a:blipFill xmlns:a="http://schemas.openxmlformats.org/drawingml/2006/main">
          <a:blip xmlns:r="http://schemas.openxmlformats.org/officeDocument/2006/relationships" r:embed="Re6f92cc138ef4fe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0" name="Google Shape;290;p34">
            <a:extLst xmlns:a="http://schemas.openxmlformats.org/drawingml/2006/main">
              <a:ext uri="{FF2B5EF4-FFF2-40B4-BE49-F238E27FC236}">
                <a16:creationId xmlns:a16="http://schemas.microsoft.com/office/drawing/2014/main" id="{A4F28EC0-3B3C-4A75-A2B3-1A7B8796D3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480050" y="1327204"/>
            <a:ext cx="2124300" cy="420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297" name="Google Shape;291;p3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8" name="Google Shape;292;p3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34">
            <a:extLst xmlns:a="http://schemas.openxmlformats.org/drawingml/2006/main">
              <a:ext uri="{FF2B5EF4-FFF2-40B4-BE49-F238E27FC236}">
                <a16:creationId xmlns:a16="http://schemas.microsoft.com/office/drawing/2014/main" id="{16A8FB9E-4334-40F7-B446-D6EA7B0D443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294" name="Google Shape;294;p34">
            <a:extLst xmlns:a="http://schemas.openxmlformats.org/drawingml/2006/main">
              <a:ext uri="{FF2B5EF4-FFF2-40B4-BE49-F238E27FC236}">
                <a16:creationId xmlns:a16="http://schemas.microsoft.com/office/drawing/2014/main" id="{46DAE9C8-473C-48B8-AC20-8C20157775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01" name="Google Shape;295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06348fe39b42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2866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7.xml><?xml version="1.0" encoding="utf-8"?>
<p:sldLayout xmlns:p="http://schemas.openxmlformats.org/presentationml/2006/main" matchingName="Theme 2 divider D">
  <p:cSld name="CUSTOM_3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7" name="Google Shape;297;p35">
            <a:extLst xmlns:a="http://schemas.openxmlformats.org/drawingml/2006/main">
              <a:ext uri="{FF2B5EF4-FFF2-40B4-BE49-F238E27FC236}">
                <a16:creationId xmlns:a16="http://schemas.microsoft.com/office/drawing/2014/main" id="{3B45E9C4-5FE2-44BD-8579-53A7ABE8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" y="0"/>
            <a:ext cx="88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98" name="Google Shape;298;p35">
            <a:extLst xmlns:a="http://schemas.openxmlformats.org/drawingml/2006/main">
              <a:ext uri="{FF2B5EF4-FFF2-40B4-BE49-F238E27FC236}">
                <a16:creationId xmlns:a16="http://schemas.microsoft.com/office/drawing/2014/main" id="{AC23C41C-6D5F-4D4C-9168-6271337DEA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76025" y="1883250"/>
            <a:ext cx="7992000" cy="307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306" name="Google Shape;299;p35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" name="Google Shape;300;p35">
            <a:extLst xmlns:a="http://schemas.openxmlformats.org/drawingml/2006/main">
              <a:ext uri="{FF2B5EF4-FFF2-40B4-BE49-F238E27FC236}">
                <a16:creationId xmlns:a16="http://schemas.microsoft.com/office/drawing/2014/main" id="{8ADA8D79-41CB-448E-80DA-75DD0BC023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308" name="Google Shape;301;p35"/>
          <p:cNvCxnSpPr/>
          <p:nvPr/>
        </p:nvCxnSpPr>
        <p:spPr>
          <a:xfrm xmlns:a="http://schemas.openxmlformats.org/drawingml/2006/main">
            <a:off x="2076025" y="1653700"/>
            <a:ext cx="13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" name="Google Shape;302;p35">
            <a:extLst xmlns:a="http://schemas.openxmlformats.org/drawingml/2006/main">
              <a:ext uri="{FF2B5EF4-FFF2-40B4-BE49-F238E27FC236}">
                <a16:creationId xmlns:a16="http://schemas.microsoft.com/office/drawing/2014/main" id="{CFD57DB8-0BF2-44CA-AA54-10B3412D12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10" name="Google Shape;303;p3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72e11cda9c4c6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166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8.xml><?xml version="1.0" encoding="utf-8"?>
<p:sldLayout xmlns:p="http://schemas.openxmlformats.org/presentationml/2006/main" matchingName="Cover slide with Image">
  <p:cSld name="CUSTOM_3_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5" name="Google Shape;305;p36">
            <a:extLst xmlns:a="http://schemas.openxmlformats.org/drawingml/2006/main">
              <a:ext uri="{FF2B5EF4-FFF2-40B4-BE49-F238E27FC236}">
                <a16:creationId xmlns:a16="http://schemas.microsoft.com/office/drawing/2014/main" id="{7D42666E-19F5-4F93-A61D-E11F9051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" y="0"/>
            <a:ext cx="88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D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317" name="Google Shape;306;p36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7" name="Google Shape;307;p36">
            <a:extLst xmlns:a="http://schemas.openxmlformats.org/drawingml/2006/main">
              <a:ext uri="{FF2B5EF4-FFF2-40B4-BE49-F238E27FC236}">
                <a16:creationId xmlns:a16="http://schemas.microsoft.com/office/drawing/2014/main" id="{C226E63E-C843-4962-AC35-5D31AE6145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pic>
        <p:nvPicPr>
          <p:cNvPr id="319" name="Google Shape;308;p3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5ac59684b84f0d">
            <a:alphaModFix/>
          </a:blip>
          <a:srcRect xmlns:a="http://schemas.openxmlformats.org/drawingml/2006/main" l="0" t="328" r="0" b="318"/>
          <a:stretch xmlns:a="http://schemas.openxmlformats.org/drawingml/2006/main"/>
        </p:blipFill>
        <p:spPr>
          <a:xfrm xmlns:a="http://schemas.openxmlformats.org/drawingml/2006/main">
            <a:off x="10711279" y="6313250"/>
            <a:ext cx="975850" cy="2281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9" name="Google Shape;309;p36">
            <a:extLst xmlns:a="http://schemas.openxmlformats.org/drawingml/2006/main">
              <a:ext uri="{FF2B5EF4-FFF2-40B4-BE49-F238E27FC236}">
                <a16:creationId xmlns:a16="http://schemas.microsoft.com/office/drawing/2014/main" id="{CCD11DFD-D3E1-46D8-B0C9-1032793C0B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10" name="Google Shape;310;p36">
            <a:extLst xmlns:a="http://schemas.openxmlformats.org/drawingml/2006/main">
              <a:ext uri="{FF2B5EF4-FFF2-40B4-BE49-F238E27FC236}">
                <a16:creationId xmlns:a16="http://schemas.microsoft.com/office/drawing/2014/main" id="{C05A5A90-EF4A-4C71-A68B-336F62BA3B8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60525" y="3971650"/>
            <a:ext cx="4446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1" name="Google Shape;311;p36">
            <a:extLst xmlns:a="http://schemas.openxmlformats.org/drawingml/2006/main">
              <a:ext uri="{FF2B5EF4-FFF2-40B4-BE49-F238E27FC236}">
                <a16:creationId xmlns:a16="http://schemas.microsoft.com/office/drawing/2014/main" id="{46E90848-72E3-46F3-AB5E-DDF525206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0525" y="1709031"/>
            <a:ext cx="5736300" cy="211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312" name="Google Shape;312;p36">
            <a:extLst xmlns:a="http://schemas.openxmlformats.org/drawingml/2006/main">
              <a:ext uri="{FF2B5EF4-FFF2-40B4-BE49-F238E27FC236}">
                <a16:creationId xmlns:a16="http://schemas.microsoft.com/office/drawing/2014/main" id="{54067F1C-A263-44BA-91B5-755DF937CD6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660525" y="5318275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3" name="Google Shape;313;p36">
            <a:extLst xmlns:a="http://schemas.openxmlformats.org/drawingml/2006/main">
              <a:ext uri="{FF2B5EF4-FFF2-40B4-BE49-F238E27FC236}">
                <a16:creationId xmlns:a16="http://schemas.microsoft.com/office/drawing/2014/main" id="{A82162C8-25B9-4E5C-99F5-FD780429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50" y="5878875"/>
            <a:ext cx="32901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5" name="Google Shape;314;p3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1f7d84be784b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20841" y="6220488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9.xml><?xml version="1.0" encoding="utf-8"?>
<p:sldLayout xmlns:p="http://schemas.openxmlformats.org/presentationml/2006/main" matchingName="Theme 2 divider D2">
  <p:cSld name="CUSTOM_8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6" name="Google Shape;316;p37">
            <a:extLst xmlns:a="http://schemas.openxmlformats.org/drawingml/2006/main">
              <a:ext uri="{FF2B5EF4-FFF2-40B4-BE49-F238E27FC236}">
                <a16:creationId xmlns:a16="http://schemas.microsoft.com/office/drawing/2014/main" id="{5933352A-0847-42E4-A97C-EA7BC71B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" y="0"/>
            <a:ext cx="93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17" name="Google Shape;317;p37">
            <a:extLst xmlns:a="http://schemas.openxmlformats.org/drawingml/2006/main">
              <a:ext uri="{FF2B5EF4-FFF2-40B4-BE49-F238E27FC236}">
                <a16:creationId xmlns:a16="http://schemas.microsoft.com/office/drawing/2014/main" id="{3DC8CD99-AD4C-4499-9955-D9F030087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76025" y="1883250"/>
            <a:ext cx="7992000" cy="307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8" name="Google Shape;318;p37">
            <a:extLst xmlns:a="http://schemas.openxmlformats.org/drawingml/2006/main">
              <a:ext uri="{FF2B5EF4-FFF2-40B4-BE49-F238E27FC236}">
                <a16:creationId xmlns:a16="http://schemas.microsoft.com/office/drawing/2014/main" id="{CD139D6C-C8CB-4D79-8B59-95AEBCD12C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326" name="Google Shape;319;p37"/>
          <p:cNvCxnSpPr/>
          <p:nvPr/>
        </p:nvCxnSpPr>
        <p:spPr>
          <a:xfrm xmlns:a="http://schemas.openxmlformats.org/drawingml/2006/main">
            <a:off x="2076025" y="1653700"/>
            <a:ext cx="13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7" name="Google Shape;320;p3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" name="Google Shape;321;p37">
            <a:extLst xmlns:a="http://schemas.openxmlformats.org/drawingml/2006/main">
              <a:ext uri="{FF2B5EF4-FFF2-40B4-BE49-F238E27FC236}">
                <a16:creationId xmlns:a16="http://schemas.microsoft.com/office/drawing/2014/main" id="{6D77B204-6FD2-47AF-ABB5-F5C9621A1D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29" name="Google Shape;322;p3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85046f045847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83941" y="623462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0.xml><?xml version="1.0" encoding="utf-8"?>
<p:sldLayout xmlns:p="http://schemas.openxmlformats.org/presentationml/2006/main" matchingName="Theme 1 divider">
  <p:cSld name="CUSTOM_3_1">
    <p:bg>
      <p:bgPr>
        <a:blipFill xmlns:a="http://schemas.openxmlformats.org/drawingml/2006/main">
          <a:blip xmlns:r="http://schemas.openxmlformats.org/officeDocument/2006/relationships" r:embed="Rc87b85fbec16440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4" name="Google Shape;324;p38">
            <a:extLst xmlns:a="http://schemas.openxmlformats.org/drawingml/2006/main">
              <a:ext uri="{FF2B5EF4-FFF2-40B4-BE49-F238E27FC236}">
                <a16:creationId xmlns:a16="http://schemas.microsoft.com/office/drawing/2014/main" id="{5ABE1905-1789-4ED1-82CB-037AA2635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76025" y="1883250"/>
            <a:ext cx="7992000" cy="307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332" name="Google Shape;325;p38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3" name="Google Shape;326;p38"/>
          <p:cNvCxnSpPr/>
          <p:nvPr/>
        </p:nvCxnSpPr>
        <p:spPr>
          <a:xfrm xmlns:a="http://schemas.openxmlformats.org/drawingml/2006/main">
            <a:off x="2076025" y="1653700"/>
            <a:ext cx="13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4" name="Google Shape;327;p38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38">
            <a:extLst xmlns:a="http://schemas.openxmlformats.org/drawingml/2006/main">
              <a:ext uri="{FF2B5EF4-FFF2-40B4-BE49-F238E27FC236}">
                <a16:creationId xmlns:a16="http://schemas.microsoft.com/office/drawing/2014/main" id="{FF4335E8-B426-4C13-921D-2E93C11CB2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329" name="Google Shape;329;p38">
            <a:extLst xmlns:a="http://schemas.openxmlformats.org/drawingml/2006/main">
              <a:ext uri="{FF2B5EF4-FFF2-40B4-BE49-F238E27FC236}">
                <a16:creationId xmlns:a16="http://schemas.microsoft.com/office/drawing/2014/main" id="{0F01E5F0-0E0F-400F-9DF5-674F7CACDD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37" name="Google Shape;330;p3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a0570f0ac642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1.xml><?xml version="1.0" encoding="utf-8"?>
<p:sldLayout xmlns:p="http://schemas.openxmlformats.org/presentationml/2006/main" matchingName="Interior title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Google Shape;332;p39">
            <a:extLst xmlns:a="http://schemas.openxmlformats.org/drawingml/2006/main">
              <a:ext uri="{FF2B5EF4-FFF2-40B4-BE49-F238E27FC236}">
                <a16:creationId xmlns:a16="http://schemas.microsoft.com/office/drawing/2014/main" id="{C7A03281-6BEC-4E67-83F1-9D1D12FFFB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341" name="Google Shape;333;p39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" name="Google Shape;334;p3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5" name="Google Shape;335;p39">
            <a:extLst xmlns:a="http://schemas.openxmlformats.org/drawingml/2006/main">
              <a:ext uri="{FF2B5EF4-FFF2-40B4-BE49-F238E27FC236}">
                <a16:creationId xmlns:a16="http://schemas.microsoft.com/office/drawing/2014/main" id="{95B6665E-66DF-4BA0-B0C2-08A6DD811F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36" name="Google Shape;336;p39">
            <a:extLst xmlns:a="http://schemas.openxmlformats.org/drawingml/2006/main">
              <a:ext uri="{FF2B5EF4-FFF2-40B4-BE49-F238E27FC236}">
                <a16:creationId xmlns:a16="http://schemas.microsoft.com/office/drawing/2014/main" id="{E31C4761-2B23-4EA1-B37D-BAC8A5C143D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7" name="Google Shape;337;p39">
            <a:extLst xmlns:a="http://schemas.openxmlformats.org/drawingml/2006/main">
              <a:ext uri="{FF2B5EF4-FFF2-40B4-BE49-F238E27FC236}">
                <a16:creationId xmlns:a16="http://schemas.microsoft.com/office/drawing/2014/main" id="{1DE8DBE6-263C-47E9-A641-3CDE52FCD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338" name="Google Shape;338;p39">
            <a:extLst xmlns:a="http://schemas.openxmlformats.org/drawingml/2006/main">
              <a:ext uri="{FF2B5EF4-FFF2-40B4-BE49-F238E27FC236}">
                <a16:creationId xmlns:a16="http://schemas.microsoft.com/office/drawing/2014/main" id="{1DF03342-7A00-429C-9952-69A6BC35D40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347" name="Google Shape;339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1ad305e85c44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2.xml><?xml version="1.0" encoding="utf-8"?>
<p:sldLayout xmlns:p="http://schemas.openxmlformats.org/presentationml/2006/main" matchingName="Interior three chevrons">
  <p:cSld name="CUSTOM_4_2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1" name="Google Shape;341;p40">
            <a:extLst xmlns:a="http://schemas.openxmlformats.org/drawingml/2006/main">
              <a:ext uri="{FF2B5EF4-FFF2-40B4-BE49-F238E27FC236}">
                <a16:creationId xmlns:a16="http://schemas.microsoft.com/office/drawing/2014/main" id="{A42CB245-8EC3-44CF-9522-D4F62F364C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358" name="Google Shape;342;p4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9" name="Google Shape;343;p4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4" name="Google Shape;344;p40">
            <a:extLst xmlns:a="http://schemas.openxmlformats.org/drawingml/2006/main">
              <a:ext uri="{FF2B5EF4-FFF2-40B4-BE49-F238E27FC236}">
                <a16:creationId xmlns:a16="http://schemas.microsoft.com/office/drawing/2014/main" id="{6F85DD16-9CD5-4A36-AEA4-6E1C217401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45" name="Google Shape;345;p40">
            <a:extLst xmlns:a="http://schemas.openxmlformats.org/drawingml/2006/main">
              <a:ext uri="{FF2B5EF4-FFF2-40B4-BE49-F238E27FC236}">
                <a16:creationId xmlns:a16="http://schemas.microsoft.com/office/drawing/2014/main" id="{A7A40580-EC4D-4844-B96F-4FEE9ADFA36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46" name="Google Shape;346;p40">
            <a:extLst xmlns:a="http://schemas.openxmlformats.org/drawingml/2006/main">
              <a:ext uri="{FF2B5EF4-FFF2-40B4-BE49-F238E27FC236}">
                <a16:creationId xmlns:a16="http://schemas.microsoft.com/office/drawing/2014/main" id="{7469791F-CC4F-4B4D-987E-DD9EFE6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500" y="2473638"/>
            <a:ext cx="43890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Google Shape;347;p40">
            <a:extLst xmlns:a="http://schemas.openxmlformats.org/drawingml/2006/main">
              <a:ext uri="{FF2B5EF4-FFF2-40B4-BE49-F238E27FC236}">
                <a16:creationId xmlns:a16="http://schemas.microsoft.com/office/drawing/2014/main" id="{E0BB27F9-9033-4C47-85B5-D494DA1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000" y="2473650"/>
            <a:ext cx="43890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Google Shape;348;p40">
            <a:extLst xmlns:a="http://schemas.openxmlformats.org/drawingml/2006/main">
              <a:ext uri="{FF2B5EF4-FFF2-40B4-BE49-F238E27FC236}">
                <a16:creationId xmlns:a16="http://schemas.microsoft.com/office/drawing/2014/main" id="{D6E9750B-A5AE-4212-B389-FBC0FD13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3650"/>
            <a:ext cx="43890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Google Shape;349;p40">
            <a:extLst xmlns:a="http://schemas.openxmlformats.org/drawingml/2006/main">
              <a:ext uri="{FF2B5EF4-FFF2-40B4-BE49-F238E27FC236}">
                <a16:creationId xmlns:a16="http://schemas.microsoft.com/office/drawing/2014/main" id="{AC715115-EF3E-4A3E-9F76-A397226B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3638"/>
            <a:ext cx="1120500" cy="270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Google Shape;350;p40">
            <a:extLst xmlns:a="http://schemas.openxmlformats.org/drawingml/2006/main">
              <a:ext uri="{FF2B5EF4-FFF2-40B4-BE49-F238E27FC236}">
                <a16:creationId xmlns:a16="http://schemas.microsoft.com/office/drawing/2014/main" id="{751C2065-17E1-404F-AB90-684210EA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500" y="2473638"/>
            <a:ext cx="1120500" cy="270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1" name="Google Shape;351;p40">
            <a:extLst xmlns:a="http://schemas.openxmlformats.org/drawingml/2006/main">
              <a:ext uri="{FF2B5EF4-FFF2-40B4-BE49-F238E27FC236}">
                <a16:creationId xmlns:a16="http://schemas.microsoft.com/office/drawing/2014/main" id="{1BC4BD1A-19D1-40C1-8BB8-1B8A357C502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901500" y="2473650"/>
            <a:ext cx="43890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97275" tIns="91425" rIns="4572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352" name="Google Shape;352;p40">
            <a:extLst xmlns:a="http://schemas.openxmlformats.org/drawingml/2006/main">
              <a:ext uri="{FF2B5EF4-FFF2-40B4-BE49-F238E27FC236}">
                <a16:creationId xmlns:a16="http://schemas.microsoft.com/office/drawing/2014/main" id="{9DD386E3-D03D-4D7C-81FD-8DF4919FC31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0" y="2473650"/>
            <a:ext cx="43890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8675" tIns="91425" rIns="7315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353" name="Google Shape;353;p40">
            <a:extLst xmlns:a="http://schemas.openxmlformats.org/drawingml/2006/main">
              <a:ext uri="{FF2B5EF4-FFF2-40B4-BE49-F238E27FC236}">
                <a16:creationId xmlns:a16="http://schemas.microsoft.com/office/drawing/2014/main" id="{884C9CC3-618C-4784-A5BD-C82BD8F94409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803000" y="2473650"/>
            <a:ext cx="43890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97275" tIns="91425" rIns="4572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354" name="Google Shape;354;p40">
            <a:extLst xmlns:a="http://schemas.openxmlformats.org/drawingml/2006/main">
              <a:ext uri="{FF2B5EF4-FFF2-40B4-BE49-F238E27FC236}">
                <a16:creationId xmlns:a16="http://schemas.microsoft.com/office/drawing/2014/main" id="{049F99FD-3FB1-44A2-A9F7-D42B47A4FB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355" name="Google Shape;355;p40">
            <a:extLst xmlns:a="http://schemas.openxmlformats.org/drawingml/2006/main">
              <a:ext uri="{FF2B5EF4-FFF2-40B4-BE49-F238E27FC236}">
                <a16:creationId xmlns:a16="http://schemas.microsoft.com/office/drawing/2014/main" id="{4FEC40D6-76EF-41E7-A06B-AA8F21219885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372" name="Google Shape;356;p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376d4c552440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28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3.xml><?xml version="1.0" encoding="utf-8"?>
<p:sldLayout xmlns:p="http://schemas.openxmlformats.org/presentationml/2006/main" matchingName="Interior two chevrons">
  <p:cSld name="CUSTOM_4_20_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2" name="Google Shape;358;p41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3" name="Google Shape;359;p41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" name="Google Shape;360;p41">
            <a:extLst xmlns:a="http://schemas.openxmlformats.org/drawingml/2006/main">
              <a:ext uri="{FF2B5EF4-FFF2-40B4-BE49-F238E27FC236}">
                <a16:creationId xmlns:a16="http://schemas.microsoft.com/office/drawing/2014/main" id="{7D351F64-2929-431B-B725-9D43E482D5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61" name="Google Shape;361;p41">
            <a:extLst xmlns:a="http://schemas.openxmlformats.org/drawingml/2006/main">
              <a:ext uri="{FF2B5EF4-FFF2-40B4-BE49-F238E27FC236}">
                <a16:creationId xmlns:a16="http://schemas.microsoft.com/office/drawing/2014/main" id="{4F3AE6F4-BDC4-4DB8-9463-0CB88DF076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62" name="Google Shape;362;p41">
            <a:extLst xmlns:a="http://schemas.openxmlformats.org/drawingml/2006/main">
              <a:ext uri="{FF2B5EF4-FFF2-40B4-BE49-F238E27FC236}">
                <a16:creationId xmlns:a16="http://schemas.microsoft.com/office/drawing/2014/main" id="{9F570056-3D60-4912-AD5C-EE8723B8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3638"/>
            <a:ext cx="1120500" cy="270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Google Shape;363;p41">
            <a:extLst xmlns:a="http://schemas.openxmlformats.org/drawingml/2006/main">
              <a:ext uri="{FF2B5EF4-FFF2-40B4-BE49-F238E27FC236}">
                <a16:creationId xmlns:a16="http://schemas.microsoft.com/office/drawing/2014/main" id="{4AB2905F-FC1D-47B0-9F96-2FD2BF83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500" y="2473638"/>
            <a:ext cx="1120500" cy="270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Google Shape;364;p41">
            <a:extLst xmlns:a="http://schemas.openxmlformats.org/drawingml/2006/main">
              <a:ext uri="{FF2B5EF4-FFF2-40B4-BE49-F238E27FC236}">
                <a16:creationId xmlns:a16="http://schemas.microsoft.com/office/drawing/2014/main" id="{24CD1569-0747-4AC9-8399-65490D96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800" y="2473650"/>
            <a:ext cx="63282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Google Shape;365;p41">
            <a:extLst xmlns:a="http://schemas.openxmlformats.org/drawingml/2006/main">
              <a:ext uri="{FF2B5EF4-FFF2-40B4-BE49-F238E27FC236}">
                <a16:creationId xmlns:a16="http://schemas.microsoft.com/office/drawing/2014/main" id="{95931519-A83E-4231-9362-563E6D76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3650"/>
            <a:ext cx="63282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Google Shape;366;p41">
            <a:extLst xmlns:a="http://schemas.openxmlformats.org/drawingml/2006/main">
              <a:ext uri="{FF2B5EF4-FFF2-40B4-BE49-F238E27FC236}">
                <a16:creationId xmlns:a16="http://schemas.microsoft.com/office/drawing/2014/main" id="{E94051B7-E440-4E58-AE99-87B3102FAB3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0" y="2473650"/>
            <a:ext cx="63282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8675" tIns="91425" rIns="9144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367" name="Google Shape;367;p41">
            <a:extLst xmlns:a="http://schemas.openxmlformats.org/drawingml/2006/main">
              <a:ext uri="{FF2B5EF4-FFF2-40B4-BE49-F238E27FC236}">
                <a16:creationId xmlns:a16="http://schemas.microsoft.com/office/drawing/2014/main" id="{F47222C8-E695-4458-AF64-F46DC212DF1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368" name="Google Shape;368;p41">
            <a:extLst xmlns:a="http://schemas.openxmlformats.org/drawingml/2006/main">
              <a:ext uri="{FF2B5EF4-FFF2-40B4-BE49-F238E27FC236}">
                <a16:creationId xmlns:a16="http://schemas.microsoft.com/office/drawing/2014/main" id="{9C7DBA73-E5F2-4BDE-9DC7-921449EBF4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369" name="Google Shape;369;p41">
            <a:extLst xmlns:a="http://schemas.openxmlformats.org/drawingml/2006/main">
              <a:ext uri="{FF2B5EF4-FFF2-40B4-BE49-F238E27FC236}">
                <a16:creationId xmlns:a16="http://schemas.microsoft.com/office/drawing/2014/main" id="{7FB5CE9A-4DC5-4589-BAB4-D05AD34EF2FF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70" name="Google Shape;370;p41">
            <a:extLst xmlns:a="http://schemas.openxmlformats.org/drawingml/2006/main">
              <a:ext uri="{FF2B5EF4-FFF2-40B4-BE49-F238E27FC236}">
                <a16:creationId xmlns:a16="http://schemas.microsoft.com/office/drawing/2014/main" id="{40A5552E-163B-4CCD-B44D-9BF3DE96AB92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633000" y="2473650"/>
            <a:ext cx="63282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8675" tIns="91425" rIns="9144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385" name="Google Shape;371;p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2bdf3ef9f047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391" y="6093413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4.xml><?xml version="1.0" encoding="utf-8"?>
<p:sldLayout xmlns:p="http://schemas.openxmlformats.org/presentationml/2006/main" matchingName="Interior three circles">
  <p:cSld name="CUSTOM_4_1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6" name="Google Shape;373;p4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7" name="Google Shape;374;p4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p42">
            <a:extLst xmlns:a="http://schemas.openxmlformats.org/drawingml/2006/main">
              <a:ext uri="{FF2B5EF4-FFF2-40B4-BE49-F238E27FC236}">
                <a16:creationId xmlns:a16="http://schemas.microsoft.com/office/drawing/2014/main" id="{EF07B70C-9657-45D4-9AF1-E3E13289AE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76" name="Google Shape;376;p42">
            <a:extLst xmlns:a="http://schemas.openxmlformats.org/drawingml/2006/main">
              <a:ext uri="{FF2B5EF4-FFF2-40B4-BE49-F238E27FC236}">
                <a16:creationId xmlns:a16="http://schemas.microsoft.com/office/drawing/2014/main" id="{A183CC19-74D3-4521-8ED4-FA5340B189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390" name="Google Shape;377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48e21903ad4f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43525" y="2296425"/>
            <a:ext cx="8704948" cy="3247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8" name="Google Shape;378;p42">
            <a:extLst xmlns:a="http://schemas.openxmlformats.org/drawingml/2006/main">
              <a:ext uri="{FF2B5EF4-FFF2-40B4-BE49-F238E27FC236}">
                <a16:creationId xmlns:a16="http://schemas.microsoft.com/office/drawing/2014/main" id="{1F57DB96-7287-4A52-B771-D97CEEB3FC3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262374" y="2965028"/>
            <a:ext cx="2181600" cy="19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74300" tIns="91425" rIns="274300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79" name="Google Shape;379;p42">
            <a:extLst xmlns:a="http://schemas.openxmlformats.org/drawingml/2006/main">
              <a:ext uri="{FF2B5EF4-FFF2-40B4-BE49-F238E27FC236}">
                <a16:creationId xmlns:a16="http://schemas.microsoft.com/office/drawing/2014/main" id="{401E0754-1AAB-48F2-92A9-0F56AE3F9B7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005265" y="2965023"/>
            <a:ext cx="2181600" cy="19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74300" tIns="91425" rIns="274300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80" name="Google Shape;380;p42">
            <a:extLst xmlns:a="http://schemas.openxmlformats.org/drawingml/2006/main">
              <a:ext uri="{FF2B5EF4-FFF2-40B4-BE49-F238E27FC236}">
                <a16:creationId xmlns:a16="http://schemas.microsoft.com/office/drawing/2014/main" id="{71A71DEA-46D8-46CD-9B22-84F29B0EB4E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748157" y="2965023"/>
            <a:ext cx="2181600" cy="19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74300" tIns="91425" rIns="274300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81" name="Google Shape;381;p42">
            <a:extLst xmlns:a="http://schemas.openxmlformats.org/drawingml/2006/main">
              <a:ext uri="{FF2B5EF4-FFF2-40B4-BE49-F238E27FC236}">
                <a16:creationId xmlns:a16="http://schemas.microsoft.com/office/drawing/2014/main" id="{A3A75AF0-9E3B-4DB9-B808-7E7C330025D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382" name="Google Shape;382;p42">
            <a:extLst xmlns:a="http://schemas.openxmlformats.org/drawingml/2006/main">
              <a:ext uri="{FF2B5EF4-FFF2-40B4-BE49-F238E27FC236}">
                <a16:creationId xmlns:a16="http://schemas.microsoft.com/office/drawing/2014/main" id="{12CE5CD7-982C-4D66-AB09-4D7206389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383" name="Google Shape;383;p42">
            <a:extLst xmlns:a="http://schemas.openxmlformats.org/drawingml/2006/main">
              <a:ext uri="{FF2B5EF4-FFF2-40B4-BE49-F238E27FC236}">
                <a16:creationId xmlns:a16="http://schemas.microsoft.com/office/drawing/2014/main" id="{E7D7B8A3-DC68-40D7-A5CF-316A287DC81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397" name="Google Shape;384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7c5a7d761c41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86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5.xml><?xml version="1.0" encoding="utf-8"?>
<p:sldLayout xmlns:p="http://schemas.openxmlformats.org/presentationml/2006/main" matchingName="Interior blank">
  <p:cSld name="CUSTOM_4_1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6" name="Google Shape;386;p43">
            <a:extLst xmlns:a="http://schemas.openxmlformats.org/drawingml/2006/main">
              <a:ext uri="{FF2B5EF4-FFF2-40B4-BE49-F238E27FC236}">
                <a16:creationId xmlns:a16="http://schemas.microsoft.com/office/drawing/2014/main" id="{BC66944E-BB4D-45BA-97D9-13BDD34AEB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393" name="Google Shape;387;p43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4" name="Google Shape;388;p43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9" name="Google Shape;389;p43">
            <a:extLst xmlns:a="http://schemas.openxmlformats.org/drawingml/2006/main">
              <a:ext uri="{FF2B5EF4-FFF2-40B4-BE49-F238E27FC236}">
                <a16:creationId xmlns:a16="http://schemas.microsoft.com/office/drawing/2014/main" id="{4B5B2D54-0DA8-4B45-8860-7903644754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90" name="Google Shape;390;p43">
            <a:extLst xmlns:a="http://schemas.openxmlformats.org/drawingml/2006/main">
              <a:ext uri="{FF2B5EF4-FFF2-40B4-BE49-F238E27FC236}">
                <a16:creationId xmlns:a16="http://schemas.microsoft.com/office/drawing/2014/main" id="{DDA17516-A38B-43BC-8C96-DE29A1EA514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397" name="Google Shape;391;p4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d67cb942fb4b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093413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6.xml><?xml version="1.0" encoding="utf-8"?>
<p:sldLayout xmlns:p="http://schemas.openxmlformats.org/presentationml/2006/main" matchingName="Interior title and body">
  <p:cSld name="CUSTOM_4_17_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1" name="Google Shape;393;p4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" name="Google Shape;394;p4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5" name="Google Shape;395;p44">
            <a:extLst xmlns:a="http://schemas.openxmlformats.org/drawingml/2006/main">
              <a:ext uri="{FF2B5EF4-FFF2-40B4-BE49-F238E27FC236}">
                <a16:creationId xmlns:a16="http://schemas.microsoft.com/office/drawing/2014/main" id="{E4704C94-1C60-433D-A647-52B1F73A50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96" name="Google Shape;396;p44">
            <a:extLst xmlns:a="http://schemas.openxmlformats.org/drawingml/2006/main">
              <a:ext uri="{FF2B5EF4-FFF2-40B4-BE49-F238E27FC236}">
                <a16:creationId xmlns:a16="http://schemas.microsoft.com/office/drawing/2014/main" id="{2B7080FF-D564-425E-ABFC-1BA0235A4E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97" name="Google Shape;397;p44">
            <a:extLst xmlns:a="http://schemas.openxmlformats.org/drawingml/2006/main">
              <a:ext uri="{FF2B5EF4-FFF2-40B4-BE49-F238E27FC236}">
                <a16:creationId xmlns:a16="http://schemas.microsoft.com/office/drawing/2014/main" id="{CFDBA195-EA50-4B60-9DBB-DD5AAA8584B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398" name="Google Shape;398;p44">
            <a:extLst xmlns:a="http://schemas.openxmlformats.org/drawingml/2006/main">
              <a:ext uri="{FF2B5EF4-FFF2-40B4-BE49-F238E27FC236}">
                <a16:creationId xmlns:a16="http://schemas.microsoft.com/office/drawing/2014/main" id="{617F1206-3532-4646-8C66-F5ED94137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399" name="Google Shape;399;p44">
            <a:extLst xmlns:a="http://schemas.openxmlformats.org/drawingml/2006/main">
              <a:ext uri="{FF2B5EF4-FFF2-40B4-BE49-F238E27FC236}">
                <a16:creationId xmlns:a16="http://schemas.microsoft.com/office/drawing/2014/main" id="{9DD5224D-2509-467E-B648-4D43ED4EE16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438400" y="2286000"/>
            <a:ext cx="73152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pic>
        <p:nvPicPr>
          <p:cNvPr id="408" name="Google Shape;400;p4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fd0071e3cc49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7.xml><?xml version="1.0" encoding="utf-8"?>
<p:sldLayout xmlns:p="http://schemas.openxmlformats.org/presentationml/2006/main" matchingName="Interior body">
  <p:cSld name="CUSTOM_4_17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2" name="Google Shape;402;p45">
            <a:extLst xmlns:a="http://schemas.openxmlformats.org/drawingml/2006/main">
              <a:ext uri="{FF2B5EF4-FFF2-40B4-BE49-F238E27FC236}">
                <a16:creationId xmlns:a16="http://schemas.microsoft.com/office/drawing/2014/main" id="{6F95C1FC-6802-47A2-8EF2-60D438EF36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410" name="Google Shape;403;p45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1" name="Google Shape;404;p45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5" name="Google Shape;405;p45">
            <a:extLst xmlns:a="http://schemas.openxmlformats.org/drawingml/2006/main">
              <a:ext uri="{FF2B5EF4-FFF2-40B4-BE49-F238E27FC236}">
                <a16:creationId xmlns:a16="http://schemas.microsoft.com/office/drawing/2014/main" id="{10A431E6-028C-472A-8D4A-AD8ADA219A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06" name="Google Shape;406;p45">
            <a:extLst xmlns:a="http://schemas.openxmlformats.org/drawingml/2006/main">
              <a:ext uri="{FF2B5EF4-FFF2-40B4-BE49-F238E27FC236}">
                <a16:creationId xmlns:a16="http://schemas.microsoft.com/office/drawing/2014/main" id="{979ABBD3-3C47-4678-BD90-FEA5ACE21AB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07" name="Google Shape;407;p45">
            <a:extLst xmlns:a="http://schemas.openxmlformats.org/drawingml/2006/main">
              <a:ext uri="{FF2B5EF4-FFF2-40B4-BE49-F238E27FC236}">
                <a16:creationId xmlns:a16="http://schemas.microsoft.com/office/drawing/2014/main" id="{6244B228-2BF8-444F-AE71-ED1C17D6852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438400" y="1600200"/>
            <a:ext cx="73152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pic>
        <p:nvPicPr>
          <p:cNvPr id="415" name="Google Shape;408;p4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84e0396fa244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093413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8.xml><?xml version="1.0" encoding="utf-8"?>
<p:sldLayout xmlns:p="http://schemas.openxmlformats.org/presentationml/2006/main" matchingName="Interior timeline vertical">
  <p:cSld name="CUSTOM_4_1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0" name="Google Shape;410;p46">
            <a:extLst xmlns:a="http://schemas.openxmlformats.org/drawingml/2006/main">
              <a:ext uri="{FF2B5EF4-FFF2-40B4-BE49-F238E27FC236}">
                <a16:creationId xmlns:a16="http://schemas.microsoft.com/office/drawing/2014/main" id="{0E37A2D3-FB1C-41D7-928B-D351D13B16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421" name="Google Shape;411;p46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2" name="Google Shape;412;p46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3" name="Google Shape;413;p46">
            <a:extLst xmlns:a="http://schemas.openxmlformats.org/drawingml/2006/main">
              <a:ext uri="{FF2B5EF4-FFF2-40B4-BE49-F238E27FC236}">
                <a16:creationId xmlns:a16="http://schemas.microsoft.com/office/drawing/2014/main" id="{7630BCCF-30AD-4EB1-A7CD-A02635B1A2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14" name="Google Shape;414;p46">
            <a:extLst xmlns:a="http://schemas.openxmlformats.org/drawingml/2006/main">
              <a:ext uri="{FF2B5EF4-FFF2-40B4-BE49-F238E27FC236}">
                <a16:creationId xmlns:a16="http://schemas.microsoft.com/office/drawing/2014/main" id="{A0410C05-3C5B-4F8E-8E3D-D6F3409DB5BA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425" name="Google Shape;415;p46"/>
          <p:cNvCxnSpPr/>
          <p:nvPr/>
        </p:nvCxnSpPr>
        <p:spPr>
          <a:xfrm xmlns:a="http://schemas.openxmlformats.org/drawingml/2006/main">
            <a:off x="4146414" y="-7350"/>
            <a:ext cx="0" cy="68727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D5D5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6" name="Google Shape;416;p46">
            <a:extLst xmlns:a="http://schemas.openxmlformats.org/drawingml/2006/main">
              <a:ext uri="{FF2B5EF4-FFF2-40B4-BE49-F238E27FC236}">
                <a16:creationId xmlns:a16="http://schemas.microsoft.com/office/drawing/2014/main" id="{E56DADEC-E217-4947-A8C6-7790760282A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67775" y="1832876"/>
            <a:ext cx="5115600" cy="64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417" name="Google Shape;417;p46">
            <a:extLst xmlns:a="http://schemas.openxmlformats.org/drawingml/2006/main">
              <a:ext uri="{FF2B5EF4-FFF2-40B4-BE49-F238E27FC236}">
                <a16:creationId xmlns:a16="http://schemas.microsoft.com/office/drawing/2014/main" id="{CEDDFD3F-6264-4538-A478-37DC6D95FE2C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467775" y="1441300"/>
            <a:ext cx="4538700" cy="29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18" name="Google Shape;418;p46">
            <a:extLst xmlns:a="http://schemas.openxmlformats.org/drawingml/2006/main">
              <a:ext uri="{FF2B5EF4-FFF2-40B4-BE49-F238E27FC236}">
                <a16:creationId xmlns:a16="http://schemas.microsoft.com/office/drawing/2014/main" id="{5AE8AA7D-40E6-433B-92DD-E50917E2831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362500" y="1832876"/>
            <a:ext cx="690000" cy="23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pic>
        <p:nvPicPr>
          <p:cNvPr id="429" name="Google Shape;419;p4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56329ec3a640c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41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9.xml><?xml version="1.0" encoding="utf-8"?>
<p:sldLayout xmlns:p="http://schemas.openxmlformats.org/presentationml/2006/main" matchingName="Interior timeline horizontal">
  <p:cSld name="CUSTOM_4_1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5" name="Google Shape;421;p4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6" name="Google Shape;422;p4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3" name="Google Shape;423;p47">
            <a:extLst xmlns:a="http://schemas.openxmlformats.org/drawingml/2006/main">
              <a:ext uri="{FF2B5EF4-FFF2-40B4-BE49-F238E27FC236}">
                <a16:creationId xmlns:a16="http://schemas.microsoft.com/office/drawing/2014/main" id="{E8772E9D-D72D-4BF7-9877-25F03BC740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24" name="Google Shape;424;p47">
            <a:extLst xmlns:a="http://schemas.openxmlformats.org/drawingml/2006/main">
              <a:ext uri="{FF2B5EF4-FFF2-40B4-BE49-F238E27FC236}">
                <a16:creationId xmlns:a16="http://schemas.microsoft.com/office/drawing/2014/main" id="{2DC21A20-1F1F-4FCA-8264-EBDB733E75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5" name="Google Shape;425;p47">
            <a:extLst xmlns:a="http://schemas.openxmlformats.org/drawingml/2006/main">
              <a:ext uri="{FF2B5EF4-FFF2-40B4-BE49-F238E27FC236}">
                <a16:creationId xmlns:a16="http://schemas.microsoft.com/office/drawing/2014/main" id="{8D59A95E-A57E-45F3-BFD2-6BECF9C19F9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42425" y="2497493"/>
            <a:ext cx="21069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26" name="Google Shape;426;p47">
            <a:extLst xmlns:a="http://schemas.openxmlformats.org/drawingml/2006/main">
              <a:ext uri="{FF2B5EF4-FFF2-40B4-BE49-F238E27FC236}">
                <a16:creationId xmlns:a16="http://schemas.microsoft.com/office/drawing/2014/main" id="{FF21CB8B-B6B8-4A70-B8C9-4FAE264AF62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042425" y="2903475"/>
            <a:ext cx="2106900" cy="67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427" name="Google Shape;427;p47">
            <a:extLst xmlns:a="http://schemas.openxmlformats.org/drawingml/2006/main">
              <a:ext uri="{FF2B5EF4-FFF2-40B4-BE49-F238E27FC236}">
                <a16:creationId xmlns:a16="http://schemas.microsoft.com/office/drawing/2014/main" id="{C589D0BD-F46B-48C0-9FAB-5066AD14488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596475" y="4403575"/>
            <a:ext cx="975900" cy="23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8" name="Google Shape;428;p47">
            <a:extLst xmlns:a="http://schemas.openxmlformats.org/drawingml/2006/main">
              <a:ext uri="{FF2B5EF4-FFF2-40B4-BE49-F238E27FC236}">
                <a16:creationId xmlns:a16="http://schemas.microsoft.com/office/drawing/2014/main" id="{3A9D516E-BBB2-46BA-AF51-27F89D1A6D3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278975" y="3892511"/>
            <a:ext cx="975900" cy="23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9" name="Google Shape;429;p47">
            <a:extLst xmlns:a="http://schemas.openxmlformats.org/drawingml/2006/main">
              <a:ext uri="{FF2B5EF4-FFF2-40B4-BE49-F238E27FC236}">
                <a16:creationId xmlns:a16="http://schemas.microsoft.com/office/drawing/2014/main" id="{AFBD28CB-1339-458C-BC3F-A58C825FE052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713425" y="4752722"/>
            <a:ext cx="21069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1pPr>
            <a:lvl2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2pPr>
            <a:lvl3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3pPr>
            <a:lvl4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4pPr>
            <a:lvl5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5pPr>
            <a:lvl6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6pPr>
            <a:lvl7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7pPr>
            <a:lvl8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8pPr>
            <a:lvl9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30" name="Google Shape;430;p47">
            <a:extLst xmlns:a="http://schemas.openxmlformats.org/drawingml/2006/main">
              <a:ext uri="{FF2B5EF4-FFF2-40B4-BE49-F238E27FC236}">
                <a16:creationId xmlns:a16="http://schemas.microsoft.com/office/drawing/2014/main" id="{6B4E7AD3-B7EF-40C5-B4A8-0F3C119C642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1713425" y="5158703"/>
            <a:ext cx="2106900" cy="67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431" name="Google Shape;431;p47">
            <a:extLst xmlns:a="http://schemas.openxmlformats.org/drawingml/2006/main">
              <a:ext uri="{FF2B5EF4-FFF2-40B4-BE49-F238E27FC236}">
                <a16:creationId xmlns:a16="http://schemas.microsoft.com/office/drawing/2014/main" id="{666440C9-7524-4C13-9304-40BA9CD61667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32" name="Google Shape;432;p47">
            <a:extLst xmlns:a="http://schemas.openxmlformats.org/drawingml/2006/main">
              <a:ext uri="{FF2B5EF4-FFF2-40B4-BE49-F238E27FC236}">
                <a16:creationId xmlns:a16="http://schemas.microsoft.com/office/drawing/2014/main" id="{D958D2E2-C55A-45DD-AF23-902F6685B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433" name="Google Shape;433;p47">
            <a:extLst xmlns:a="http://schemas.openxmlformats.org/drawingml/2006/main">
              <a:ext uri="{FF2B5EF4-FFF2-40B4-BE49-F238E27FC236}">
                <a16:creationId xmlns:a16="http://schemas.microsoft.com/office/drawing/2014/main" id="{24078918-A960-4957-9AB8-2797FD138F20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448" name="Google Shape;434;p4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84c48fd95843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0166" y="61653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0.xml><?xml version="1.0" encoding="utf-8"?>
<p:sldLayout xmlns:p="http://schemas.openxmlformats.org/presentationml/2006/main" matchingName="Interior data two callouts">
  <p:cSld name="CUSTOM_4_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6" name="Google Shape;436;p48">
            <a:extLst xmlns:a="http://schemas.openxmlformats.org/drawingml/2006/main">
              <a:ext uri="{FF2B5EF4-FFF2-40B4-BE49-F238E27FC236}">
                <a16:creationId xmlns:a16="http://schemas.microsoft.com/office/drawing/2014/main" id="{DB6B34B9-FF53-4906-91E3-D34CA5751F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555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37" name="Google Shape;437;p48">
            <a:extLst xmlns:a="http://schemas.openxmlformats.org/drawingml/2006/main">
              <a:ext uri="{FF2B5EF4-FFF2-40B4-BE49-F238E27FC236}">
                <a16:creationId xmlns:a16="http://schemas.microsoft.com/office/drawing/2014/main" id="{DD01D809-BF7A-4ED3-B795-DA99CFB5A96B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972925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454" name="Google Shape;438;p48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5" name="Google Shape;439;p48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0" name="Google Shape;440;p48">
            <a:extLst xmlns:a="http://schemas.openxmlformats.org/drawingml/2006/main">
              <a:ext uri="{FF2B5EF4-FFF2-40B4-BE49-F238E27FC236}">
                <a16:creationId xmlns:a16="http://schemas.microsoft.com/office/drawing/2014/main" id="{F7E9F258-36FC-4D2D-89FF-7481F346A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41" name="Google Shape;441;p48">
            <a:extLst xmlns:a="http://schemas.openxmlformats.org/drawingml/2006/main">
              <a:ext uri="{FF2B5EF4-FFF2-40B4-BE49-F238E27FC236}">
                <a16:creationId xmlns:a16="http://schemas.microsoft.com/office/drawing/2014/main" id="{16DE16E4-AB31-42D6-A563-18436121598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42" name="Google Shape;442;p48">
            <a:extLst xmlns:a="http://schemas.openxmlformats.org/drawingml/2006/main">
              <a:ext uri="{FF2B5EF4-FFF2-40B4-BE49-F238E27FC236}">
                <a16:creationId xmlns:a16="http://schemas.microsoft.com/office/drawing/2014/main" id="{1D584729-32EE-43B6-88F8-0AD37F5AB70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7800" y="2596700"/>
            <a:ext cx="3182700" cy="26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cxnSp>
        <p:nvCxnSpPr>
          <p:cNvPr id="459" name="Google Shape;443;p48"/>
          <p:cNvCxnSpPr/>
          <p:nvPr/>
        </p:nvCxnSpPr>
        <p:spPr>
          <a:xfrm xmlns:a="http://schemas.openxmlformats.org/drawingml/2006/main">
            <a:off x="7885850" y="3677350"/>
            <a:ext cx="0" cy="1404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44" name="Google Shape;444;p48">
            <a:extLst xmlns:a="http://schemas.openxmlformats.org/drawingml/2006/main">
              <a:ext uri="{FF2B5EF4-FFF2-40B4-BE49-F238E27FC236}">
                <a16:creationId xmlns:a16="http://schemas.microsoft.com/office/drawing/2014/main" id="{5049816D-F255-41A2-9540-82B47F508A2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620750" y="3677388"/>
            <a:ext cx="29496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45" name="Google Shape;445;p48">
            <a:extLst xmlns:a="http://schemas.openxmlformats.org/drawingml/2006/main">
              <a:ext uri="{FF2B5EF4-FFF2-40B4-BE49-F238E27FC236}">
                <a16:creationId xmlns:a16="http://schemas.microsoft.com/office/drawing/2014/main" id="{E97601AD-B762-44EF-B346-FBC651B8D574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620750" y="4166613"/>
            <a:ext cx="29496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446" name="Google Shape;446;p48">
            <a:extLst xmlns:a="http://schemas.openxmlformats.org/drawingml/2006/main">
              <a:ext uri="{FF2B5EF4-FFF2-40B4-BE49-F238E27FC236}">
                <a16:creationId xmlns:a16="http://schemas.microsoft.com/office/drawing/2014/main" id="{2A87A4F1-52B1-45F5-BB03-FC36092B3CC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051175" y="3677388"/>
            <a:ext cx="29496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47" name="Google Shape;447;p48">
            <a:extLst xmlns:a="http://schemas.openxmlformats.org/drawingml/2006/main">
              <a:ext uri="{FF2B5EF4-FFF2-40B4-BE49-F238E27FC236}">
                <a16:creationId xmlns:a16="http://schemas.microsoft.com/office/drawing/2014/main" id="{0C460033-A27D-4045-AC2A-51E57B32F0B0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8051175" y="4166613"/>
            <a:ext cx="29496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448" name="Google Shape;448;p48">
            <a:extLst xmlns:a="http://schemas.openxmlformats.org/drawingml/2006/main">
              <a:ext uri="{FF2B5EF4-FFF2-40B4-BE49-F238E27FC236}">
                <a16:creationId xmlns:a16="http://schemas.microsoft.com/office/drawing/2014/main" id="{3786C43A-E84C-4808-88E1-F440F38903BA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49" name="Google Shape;449;p48">
            <a:extLst xmlns:a="http://schemas.openxmlformats.org/drawingml/2006/main">
              <a:ext uri="{FF2B5EF4-FFF2-40B4-BE49-F238E27FC236}">
                <a16:creationId xmlns:a16="http://schemas.microsoft.com/office/drawing/2014/main" id="{90757501-846B-479C-AA1E-19FBE3AD85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450" name="Google Shape;450;p48">
            <a:extLst xmlns:a="http://schemas.openxmlformats.org/drawingml/2006/main">
              <a:ext uri="{FF2B5EF4-FFF2-40B4-BE49-F238E27FC236}">
                <a16:creationId xmlns:a16="http://schemas.microsoft.com/office/drawing/2014/main" id="{C222C587-3845-44AB-9C77-A89057F4771D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467" name="Google Shape;451;p4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e9271673244c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2086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1.xml><?xml version="1.0" encoding="utf-8"?>
<p:sldLayout xmlns:p="http://schemas.openxmlformats.org/presentationml/2006/main" matchingName="Interior data two pies">
  <p:cSld name="CUSTOM_4_1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7" name="Google Shape;453;p49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8" name="Google Shape;454;p4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5" name="Google Shape;455;p49">
            <a:extLst xmlns:a="http://schemas.openxmlformats.org/drawingml/2006/main">
              <a:ext uri="{FF2B5EF4-FFF2-40B4-BE49-F238E27FC236}">
                <a16:creationId xmlns:a16="http://schemas.microsoft.com/office/drawing/2014/main" id="{BD1AB37D-CF20-4FE1-B51F-4417F7E75E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56" name="Google Shape;456;p49">
            <a:extLst xmlns:a="http://schemas.openxmlformats.org/drawingml/2006/main">
              <a:ext uri="{FF2B5EF4-FFF2-40B4-BE49-F238E27FC236}">
                <a16:creationId xmlns:a16="http://schemas.microsoft.com/office/drawing/2014/main" id="{EB5247DB-4B04-46B9-AADD-18BFAA7065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471" name="Google Shape;457;p49"/>
          <p:cNvCxnSpPr/>
          <p:nvPr/>
        </p:nvCxnSpPr>
        <p:spPr>
          <a:xfrm xmlns:a="http://schemas.openxmlformats.org/drawingml/2006/main">
            <a:off x="7885850" y="4439350"/>
            <a:ext cx="0" cy="1404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58" name="Google Shape;458;p49">
            <a:extLst xmlns:a="http://schemas.openxmlformats.org/drawingml/2006/main">
              <a:ext uri="{FF2B5EF4-FFF2-40B4-BE49-F238E27FC236}">
                <a16:creationId xmlns:a16="http://schemas.microsoft.com/office/drawing/2014/main" id="{CDFEE8CE-C669-4787-93B9-034831FB41C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7800" y="2596700"/>
            <a:ext cx="3182700" cy="26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459" name="Google Shape;459;p49">
            <a:extLst xmlns:a="http://schemas.openxmlformats.org/drawingml/2006/main">
              <a:ext uri="{FF2B5EF4-FFF2-40B4-BE49-F238E27FC236}">
                <a16:creationId xmlns:a16="http://schemas.microsoft.com/office/drawing/2014/main" id="{85A522D0-C487-46A9-B5A3-DDFCBEFB45E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20750" y="4439350"/>
            <a:ext cx="29496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60" name="Google Shape;460;p49">
            <a:extLst xmlns:a="http://schemas.openxmlformats.org/drawingml/2006/main">
              <a:ext uri="{FF2B5EF4-FFF2-40B4-BE49-F238E27FC236}">
                <a16:creationId xmlns:a16="http://schemas.microsoft.com/office/drawing/2014/main" id="{7F07AD0E-EE4B-4791-9C66-A355CFB13D1B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620750" y="4928575"/>
            <a:ext cx="29496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461" name="Google Shape;461;p49">
            <a:extLst xmlns:a="http://schemas.openxmlformats.org/drawingml/2006/main">
              <a:ext uri="{FF2B5EF4-FFF2-40B4-BE49-F238E27FC236}">
                <a16:creationId xmlns:a16="http://schemas.microsoft.com/office/drawing/2014/main" id="{FAA9C1A8-5BFF-4BF1-8813-76A5B472CC2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051175" y="4439350"/>
            <a:ext cx="29496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62" name="Google Shape;462;p49">
            <a:extLst xmlns:a="http://schemas.openxmlformats.org/drawingml/2006/main">
              <a:ext uri="{FF2B5EF4-FFF2-40B4-BE49-F238E27FC236}">
                <a16:creationId xmlns:a16="http://schemas.microsoft.com/office/drawing/2014/main" id="{CBA81876-A3F6-47F5-B09E-0C5AD7C74DB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051175" y="4928575"/>
            <a:ext cx="29496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463" name="Google Shape;463;p49">
            <a:extLst xmlns:a="http://schemas.openxmlformats.org/drawingml/2006/main">
              <a:ext uri="{FF2B5EF4-FFF2-40B4-BE49-F238E27FC236}">
                <a16:creationId xmlns:a16="http://schemas.microsoft.com/office/drawing/2014/main" id="{06C9666D-3A30-4A3F-8362-69711E6A9837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64" name="Google Shape;464;p49">
            <a:extLst xmlns:a="http://schemas.openxmlformats.org/drawingml/2006/main">
              <a:ext uri="{FF2B5EF4-FFF2-40B4-BE49-F238E27FC236}">
                <a16:creationId xmlns:a16="http://schemas.microsoft.com/office/drawing/2014/main" id="{43D725C1-C01F-4526-8F73-56B4A156C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465" name="Google Shape;465;p49">
            <a:extLst xmlns:a="http://schemas.openxmlformats.org/drawingml/2006/main">
              <a:ext uri="{FF2B5EF4-FFF2-40B4-BE49-F238E27FC236}">
                <a16:creationId xmlns:a16="http://schemas.microsoft.com/office/drawing/2014/main" id="{A1AC851D-3E15-4A47-8A25-7B31C4402730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480" name="Google Shape;466;p4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6eba80d92b4b1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0291" y="62086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2.xml><?xml version="1.0" encoding="utf-8"?>
<p:sldLayout xmlns:p="http://schemas.openxmlformats.org/presentationml/2006/main" matchingName="Interior data large pie">
  <p:cSld name="CUSTOM_4_1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3" name="Google Shape;468;p5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4" name="Google Shape;469;p5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0" name="Google Shape;470;p50">
            <a:extLst xmlns:a="http://schemas.openxmlformats.org/drawingml/2006/main">
              <a:ext uri="{FF2B5EF4-FFF2-40B4-BE49-F238E27FC236}">
                <a16:creationId xmlns:a16="http://schemas.microsoft.com/office/drawing/2014/main" id="{A61976A8-8DB8-49AC-A538-0C911513AE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71" name="Google Shape;471;p50">
            <a:extLst xmlns:a="http://schemas.openxmlformats.org/drawingml/2006/main">
              <a:ext uri="{FF2B5EF4-FFF2-40B4-BE49-F238E27FC236}">
                <a16:creationId xmlns:a16="http://schemas.microsoft.com/office/drawing/2014/main" id="{B3E40E93-8704-4D2A-9A0E-654BEB4D19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72" name="Google Shape;472;p50">
            <a:extLst xmlns:a="http://schemas.openxmlformats.org/drawingml/2006/main">
              <a:ext uri="{FF2B5EF4-FFF2-40B4-BE49-F238E27FC236}">
                <a16:creationId xmlns:a16="http://schemas.microsoft.com/office/drawing/2014/main" id="{E7EEFDF3-7FA3-432C-921F-15F51B51D91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7800" y="2596700"/>
            <a:ext cx="3182700" cy="26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473" name="Google Shape;473;p50">
            <a:extLst xmlns:a="http://schemas.openxmlformats.org/drawingml/2006/main">
              <a:ext uri="{FF2B5EF4-FFF2-40B4-BE49-F238E27FC236}">
                <a16:creationId xmlns:a16="http://schemas.microsoft.com/office/drawing/2014/main" id="{EBCEBCF4-54A8-494B-9703-31A5BA3EDAF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9078238" y="3048425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474" name="Google Shape;474;p50">
            <a:extLst xmlns:a="http://schemas.openxmlformats.org/drawingml/2006/main">
              <a:ext uri="{FF2B5EF4-FFF2-40B4-BE49-F238E27FC236}">
                <a16:creationId xmlns:a16="http://schemas.microsoft.com/office/drawing/2014/main" id="{FFCD0ED2-4861-4F5A-A57E-32AD9BFF23CB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0284513" y="3048425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475" name="Google Shape;475;p50">
            <a:extLst xmlns:a="http://schemas.openxmlformats.org/drawingml/2006/main">
              <a:ext uri="{FF2B5EF4-FFF2-40B4-BE49-F238E27FC236}">
                <a16:creationId xmlns:a16="http://schemas.microsoft.com/office/drawing/2014/main" id="{CA3CC437-35B0-4AC0-8DA1-EC3485E187B0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9078238" y="3841627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476" name="Google Shape;476;p50">
            <a:extLst xmlns:a="http://schemas.openxmlformats.org/drawingml/2006/main">
              <a:ext uri="{FF2B5EF4-FFF2-40B4-BE49-F238E27FC236}">
                <a16:creationId xmlns:a16="http://schemas.microsoft.com/office/drawing/2014/main" id="{C7FEA242-FF23-482F-8878-1D19FB495FE8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0284513" y="3841627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477" name="Google Shape;477;p50">
            <a:extLst xmlns:a="http://schemas.openxmlformats.org/drawingml/2006/main">
              <a:ext uri="{FF2B5EF4-FFF2-40B4-BE49-F238E27FC236}">
                <a16:creationId xmlns:a16="http://schemas.microsoft.com/office/drawing/2014/main" id="{BF0BBE91-AFA0-4BA3-A510-5901D23A4A34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9078238" y="4603527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478" name="Google Shape;478;p50">
            <a:extLst xmlns:a="http://schemas.openxmlformats.org/drawingml/2006/main">
              <a:ext uri="{FF2B5EF4-FFF2-40B4-BE49-F238E27FC236}">
                <a16:creationId xmlns:a16="http://schemas.microsoft.com/office/drawing/2014/main" id="{332636EC-B609-4202-B9E2-38DDBF33A93A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0284513" y="4603527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479" name="Google Shape;479;p50">
            <a:extLst xmlns:a="http://schemas.openxmlformats.org/drawingml/2006/main">
              <a:ext uri="{FF2B5EF4-FFF2-40B4-BE49-F238E27FC236}">
                <a16:creationId xmlns:a16="http://schemas.microsoft.com/office/drawing/2014/main" id="{09EBBEED-50B8-40BD-B8E4-F3F34F3771B3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80" name="Google Shape;480;p50">
            <a:extLst xmlns:a="http://schemas.openxmlformats.org/drawingml/2006/main">
              <a:ext uri="{FF2B5EF4-FFF2-40B4-BE49-F238E27FC236}">
                <a16:creationId xmlns:a16="http://schemas.microsoft.com/office/drawing/2014/main" id="{BD81F798-E6C7-4C72-858F-83679724CC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481" name="Google Shape;481;p50">
            <a:extLst xmlns:a="http://schemas.openxmlformats.org/drawingml/2006/main">
              <a:ext uri="{FF2B5EF4-FFF2-40B4-BE49-F238E27FC236}">
                <a16:creationId xmlns:a16="http://schemas.microsoft.com/office/drawing/2014/main" id="{FDB496D1-E662-4D11-AC63-4C32283702CA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497" name="Google Shape;482;p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08b64ab1db44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3266" y="62086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3.xml><?xml version="1.0" encoding="utf-8"?>
<p:sldLayout xmlns:p="http://schemas.openxmlformats.org/presentationml/2006/main" matchingName="Interior data percentage bars">
  <p:cSld name="CUSTOM_4_1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96" name="Google Shape;484;p51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7" name="Google Shape;485;p51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6" name="Google Shape;486;p51">
            <a:extLst xmlns:a="http://schemas.openxmlformats.org/drawingml/2006/main">
              <a:ext uri="{FF2B5EF4-FFF2-40B4-BE49-F238E27FC236}">
                <a16:creationId xmlns:a16="http://schemas.microsoft.com/office/drawing/2014/main" id="{43D70A8E-0599-4931-95D9-9CEE9887C0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87" name="Google Shape;487;p51">
            <a:extLst xmlns:a="http://schemas.openxmlformats.org/drawingml/2006/main">
              <a:ext uri="{FF2B5EF4-FFF2-40B4-BE49-F238E27FC236}">
                <a16:creationId xmlns:a16="http://schemas.microsoft.com/office/drawing/2014/main" id="{4CAFAB1B-B826-4B07-A440-390418B6FC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88" name="Google Shape;488;p51">
            <a:extLst xmlns:a="http://schemas.openxmlformats.org/drawingml/2006/main">
              <a:ext uri="{FF2B5EF4-FFF2-40B4-BE49-F238E27FC236}">
                <a16:creationId xmlns:a16="http://schemas.microsoft.com/office/drawing/2014/main" id="{390B2D16-109E-48AE-B154-27336778C8D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048050" y="2898600"/>
            <a:ext cx="3410400" cy="71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489" name="Google Shape;489;p51">
            <a:extLst xmlns:a="http://schemas.openxmlformats.org/drawingml/2006/main">
              <a:ext uri="{FF2B5EF4-FFF2-40B4-BE49-F238E27FC236}">
                <a16:creationId xmlns:a16="http://schemas.microsoft.com/office/drawing/2014/main" id="{3E6E00B1-364B-40F9-8BB3-994A19FBFA5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048050" y="2540600"/>
            <a:ext cx="34104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90" name="Google Shape;490;p51">
            <a:extLst xmlns:a="http://schemas.openxmlformats.org/drawingml/2006/main">
              <a:ext uri="{FF2B5EF4-FFF2-40B4-BE49-F238E27FC236}">
                <a16:creationId xmlns:a16="http://schemas.microsoft.com/office/drawing/2014/main" id="{65266F98-F041-4EEA-8BBA-BC2EBC65D68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048050" y="4676800"/>
            <a:ext cx="3410400" cy="71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491" name="Google Shape;491;p51">
            <a:extLst xmlns:a="http://schemas.openxmlformats.org/drawingml/2006/main">
              <a:ext uri="{FF2B5EF4-FFF2-40B4-BE49-F238E27FC236}">
                <a16:creationId xmlns:a16="http://schemas.microsoft.com/office/drawing/2014/main" id="{A4DA18C0-9CB1-4F0F-91C1-7A420819EF7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048050" y="4318800"/>
            <a:ext cx="34104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492" name="Google Shape;492;p51">
            <a:extLst xmlns:a="http://schemas.openxmlformats.org/drawingml/2006/main">
              <a:ext uri="{FF2B5EF4-FFF2-40B4-BE49-F238E27FC236}">
                <a16:creationId xmlns:a16="http://schemas.microsoft.com/office/drawing/2014/main" id="{646350F0-B3A4-42A8-8327-A9B788D0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3" name="Google Shape;493;p51">
            <a:extLst xmlns:a="http://schemas.openxmlformats.org/drawingml/2006/main">
              <a:ext uri="{FF2B5EF4-FFF2-40B4-BE49-F238E27FC236}">
                <a16:creationId xmlns:a16="http://schemas.microsoft.com/office/drawing/2014/main" id="{3E381D17-8A61-40CC-9DAE-88FCFE7C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4" name="Google Shape;494;p51">
            <a:extLst xmlns:a="http://schemas.openxmlformats.org/drawingml/2006/main">
              <a:ext uri="{FF2B5EF4-FFF2-40B4-BE49-F238E27FC236}">
                <a16:creationId xmlns:a16="http://schemas.microsoft.com/office/drawing/2014/main" id="{6EF288FC-FA68-40FF-A677-E74C2F8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5" name="Google Shape;495;p51">
            <a:extLst xmlns:a="http://schemas.openxmlformats.org/drawingml/2006/main">
              <a:ext uri="{FF2B5EF4-FFF2-40B4-BE49-F238E27FC236}">
                <a16:creationId xmlns:a16="http://schemas.microsoft.com/office/drawing/2014/main" id="{938F1801-6231-4819-947E-3373E91A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6" name="Google Shape;496;p51">
            <a:extLst xmlns:a="http://schemas.openxmlformats.org/drawingml/2006/main">
              <a:ext uri="{FF2B5EF4-FFF2-40B4-BE49-F238E27FC236}">
                <a16:creationId xmlns:a16="http://schemas.microsoft.com/office/drawing/2014/main" id="{B7081E47-9F7B-4C9E-9EE9-39C475C0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7" name="Google Shape;497;p51">
            <a:extLst xmlns:a="http://schemas.openxmlformats.org/drawingml/2006/main">
              <a:ext uri="{FF2B5EF4-FFF2-40B4-BE49-F238E27FC236}">
                <a16:creationId xmlns:a16="http://schemas.microsoft.com/office/drawing/2014/main" id="{C68DA261-3D88-4BAE-8EAC-2253D7C5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8" name="Google Shape;498;p51">
            <a:extLst xmlns:a="http://schemas.openxmlformats.org/drawingml/2006/main">
              <a:ext uri="{FF2B5EF4-FFF2-40B4-BE49-F238E27FC236}">
                <a16:creationId xmlns:a16="http://schemas.microsoft.com/office/drawing/2014/main" id="{1E320675-FB83-44F6-8F41-630175C2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9" name="Google Shape;499;p51">
            <a:extLst xmlns:a="http://schemas.openxmlformats.org/drawingml/2006/main">
              <a:ext uri="{FF2B5EF4-FFF2-40B4-BE49-F238E27FC236}">
                <a16:creationId xmlns:a16="http://schemas.microsoft.com/office/drawing/2014/main" id="{E6A98441-3D3F-4D92-8A04-FE96DED8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0" name="Google Shape;500;p51">
            <a:extLst xmlns:a="http://schemas.openxmlformats.org/drawingml/2006/main">
              <a:ext uri="{FF2B5EF4-FFF2-40B4-BE49-F238E27FC236}">
                <a16:creationId xmlns:a16="http://schemas.microsoft.com/office/drawing/2014/main" id="{CE038491-181A-41FD-939D-EBC234E9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1" name="Google Shape;501;p51">
            <a:extLst xmlns:a="http://schemas.openxmlformats.org/drawingml/2006/main">
              <a:ext uri="{FF2B5EF4-FFF2-40B4-BE49-F238E27FC236}">
                <a16:creationId xmlns:a16="http://schemas.microsoft.com/office/drawing/2014/main" id="{05DA12C6-4607-4E9B-B30E-273BB2C5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2" name="Google Shape;502;p51">
            <a:extLst xmlns:a="http://schemas.openxmlformats.org/drawingml/2006/main">
              <a:ext uri="{FF2B5EF4-FFF2-40B4-BE49-F238E27FC236}">
                <a16:creationId xmlns:a16="http://schemas.microsoft.com/office/drawing/2014/main" id="{AA251EF6-39D1-4A60-A620-BE4E80D3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3" name="Google Shape;503;p51">
            <a:extLst xmlns:a="http://schemas.openxmlformats.org/drawingml/2006/main">
              <a:ext uri="{FF2B5EF4-FFF2-40B4-BE49-F238E27FC236}">
                <a16:creationId xmlns:a16="http://schemas.microsoft.com/office/drawing/2014/main" id="{4D86CA1A-1BA7-4080-AD85-2BE1AA74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4" name="Google Shape;504;p51">
            <a:extLst xmlns:a="http://schemas.openxmlformats.org/drawingml/2006/main">
              <a:ext uri="{FF2B5EF4-FFF2-40B4-BE49-F238E27FC236}">
                <a16:creationId xmlns:a16="http://schemas.microsoft.com/office/drawing/2014/main" id="{B2DC47FA-B629-4330-9E42-970D1D78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5" name="Google Shape;505;p51">
            <a:extLst xmlns:a="http://schemas.openxmlformats.org/drawingml/2006/main">
              <a:ext uri="{FF2B5EF4-FFF2-40B4-BE49-F238E27FC236}">
                <a16:creationId xmlns:a16="http://schemas.microsoft.com/office/drawing/2014/main" id="{00F65C5C-8DDC-4D37-8FC1-BFFE85E8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6" name="Google Shape;506;p51">
            <a:extLst xmlns:a="http://schemas.openxmlformats.org/drawingml/2006/main">
              <a:ext uri="{FF2B5EF4-FFF2-40B4-BE49-F238E27FC236}">
                <a16:creationId xmlns:a16="http://schemas.microsoft.com/office/drawing/2014/main" id="{23EF25F4-1FCF-41B6-90A8-0873E12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7" name="Google Shape;507;p51">
            <a:extLst xmlns:a="http://schemas.openxmlformats.org/drawingml/2006/main">
              <a:ext uri="{FF2B5EF4-FFF2-40B4-BE49-F238E27FC236}">
                <a16:creationId xmlns:a16="http://schemas.microsoft.com/office/drawing/2014/main" id="{1FE1B74A-0318-4F2E-8497-DC223CA1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8" name="Google Shape;508;p51">
            <a:extLst xmlns:a="http://schemas.openxmlformats.org/drawingml/2006/main">
              <a:ext uri="{FF2B5EF4-FFF2-40B4-BE49-F238E27FC236}">
                <a16:creationId xmlns:a16="http://schemas.microsoft.com/office/drawing/2014/main" id="{5D488F55-F02E-4237-BA0C-A7C51488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9" name="Google Shape;509;p51">
            <a:extLst xmlns:a="http://schemas.openxmlformats.org/drawingml/2006/main">
              <a:ext uri="{FF2B5EF4-FFF2-40B4-BE49-F238E27FC236}">
                <a16:creationId xmlns:a16="http://schemas.microsoft.com/office/drawing/2014/main" id="{DA08F08F-4E7B-4622-B6FA-B829BAA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0" name="Google Shape;510;p51">
            <a:extLst xmlns:a="http://schemas.openxmlformats.org/drawingml/2006/main">
              <a:ext uri="{FF2B5EF4-FFF2-40B4-BE49-F238E27FC236}">
                <a16:creationId xmlns:a16="http://schemas.microsoft.com/office/drawing/2014/main" id="{77F09A5F-4C25-484F-9B5F-65D6FBC4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1" name="Google Shape;511;p51">
            <a:extLst xmlns:a="http://schemas.openxmlformats.org/drawingml/2006/main">
              <a:ext uri="{FF2B5EF4-FFF2-40B4-BE49-F238E27FC236}">
                <a16:creationId xmlns:a16="http://schemas.microsoft.com/office/drawing/2014/main" id="{17F8F156-A4F1-4AC9-AE92-476A2259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2" name="Google Shape;512;p51">
            <a:extLst xmlns:a="http://schemas.openxmlformats.org/drawingml/2006/main">
              <a:ext uri="{FF2B5EF4-FFF2-40B4-BE49-F238E27FC236}">
                <a16:creationId xmlns:a16="http://schemas.microsoft.com/office/drawing/2014/main" id="{7F9DDE83-2057-49B8-ABCC-4008615A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3" name="Google Shape;513;p51">
            <a:extLst xmlns:a="http://schemas.openxmlformats.org/drawingml/2006/main">
              <a:ext uri="{FF2B5EF4-FFF2-40B4-BE49-F238E27FC236}">
                <a16:creationId xmlns:a16="http://schemas.microsoft.com/office/drawing/2014/main" id="{CAD71499-82C2-4871-83D0-3F7FB556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4" name="Google Shape;514;p51">
            <a:extLst xmlns:a="http://schemas.openxmlformats.org/drawingml/2006/main">
              <a:ext uri="{FF2B5EF4-FFF2-40B4-BE49-F238E27FC236}">
                <a16:creationId xmlns:a16="http://schemas.microsoft.com/office/drawing/2014/main" id="{AB8C1F2B-BF89-43D0-846E-FD7FA663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5" name="Google Shape;515;p51">
            <a:extLst xmlns:a="http://schemas.openxmlformats.org/drawingml/2006/main">
              <a:ext uri="{FF2B5EF4-FFF2-40B4-BE49-F238E27FC236}">
                <a16:creationId xmlns:a16="http://schemas.microsoft.com/office/drawing/2014/main" id="{30A18E3A-368F-421B-B006-FD32FBBD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6" name="Google Shape;516;p51">
            <a:extLst xmlns:a="http://schemas.openxmlformats.org/drawingml/2006/main">
              <a:ext uri="{FF2B5EF4-FFF2-40B4-BE49-F238E27FC236}">
                <a16:creationId xmlns:a16="http://schemas.microsoft.com/office/drawing/2014/main" id="{4E7D9847-5571-4F4A-BD5B-23867676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7" name="Google Shape;517;p51">
            <a:extLst xmlns:a="http://schemas.openxmlformats.org/drawingml/2006/main">
              <a:ext uri="{FF2B5EF4-FFF2-40B4-BE49-F238E27FC236}">
                <a16:creationId xmlns:a16="http://schemas.microsoft.com/office/drawing/2014/main" id="{EECCB735-7EF0-46F6-949E-5BD59139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8" name="Google Shape;518;p51">
            <a:extLst xmlns:a="http://schemas.openxmlformats.org/drawingml/2006/main">
              <a:ext uri="{FF2B5EF4-FFF2-40B4-BE49-F238E27FC236}">
                <a16:creationId xmlns:a16="http://schemas.microsoft.com/office/drawing/2014/main" id="{C0B2B451-AE7A-4618-BE2D-F8B30B5D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9" name="Google Shape;519;p51">
            <a:extLst xmlns:a="http://schemas.openxmlformats.org/drawingml/2006/main">
              <a:ext uri="{FF2B5EF4-FFF2-40B4-BE49-F238E27FC236}">
                <a16:creationId xmlns:a16="http://schemas.microsoft.com/office/drawing/2014/main" id="{26FC7F6A-73E3-4C60-902C-9171BEC3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0" name="Google Shape;520;p51">
            <a:extLst xmlns:a="http://schemas.openxmlformats.org/drawingml/2006/main">
              <a:ext uri="{FF2B5EF4-FFF2-40B4-BE49-F238E27FC236}">
                <a16:creationId xmlns:a16="http://schemas.microsoft.com/office/drawing/2014/main" id="{B60761F4-7DAB-432A-B635-8553329B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1" name="Google Shape;521;p51">
            <a:extLst xmlns:a="http://schemas.openxmlformats.org/drawingml/2006/main">
              <a:ext uri="{FF2B5EF4-FFF2-40B4-BE49-F238E27FC236}">
                <a16:creationId xmlns:a16="http://schemas.microsoft.com/office/drawing/2014/main" id="{9E12CD80-3482-40C5-933A-514F8EBD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2" name="Google Shape;522;p51">
            <a:extLst xmlns:a="http://schemas.openxmlformats.org/drawingml/2006/main">
              <a:ext uri="{FF2B5EF4-FFF2-40B4-BE49-F238E27FC236}">
                <a16:creationId xmlns:a16="http://schemas.microsoft.com/office/drawing/2014/main" id="{B9C2B607-3940-465D-90C0-4741A2DC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3" name="Google Shape;523;p51">
            <a:extLst xmlns:a="http://schemas.openxmlformats.org/drawingml/2006/main">
              <a:ext uri="{FF2B5EF4-FFF2-40B4-BE49-F238E27FC236}">
                <a16:creationId xmlns:a16="http://schemas.microsoft.com/office/drawing/2014/main" id="{8828A44E-D1B8-40E3-8606-E3FC251B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4" name="Google Shape;524;p51">
            <a:extLst xmlns:a="http://schemas.openxmlformats.org/drawingml/2006/main">
              <a:ext uri="{FF2B5EF4-FFF2-40B4-BE49-F238E27FC236}">
                <a16:creationId xmlns:a16="http://schemas.microsoft.com/office/drawing/2014/main" id="{DCFE51FB-D484-44D9-BBDC-01597EEB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5" name="Google Shape;525;p51">
            <a:extLst xmlns:a="http://schemas.openxmlformats.org/drawingml/2006/main">
              <a:ext uri="{FF2B5EF4-FFF2-40B4-BE49-F238E27FC236}">
                <a16:creationId xmlns:a16="http://schemas.microsoft.com/office/drawing/2014/main" id="{B81581DA-379E-45D6-901F-F2F31DEA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6" name="Google Shape;526;p51">
            <a:extLst xmlns:a="http://schemas.openxmlformats.org/drawingml/2006/main">
              <a:ext uri="{FF2B5EF4-FFF2-40B4-BE49-F238E27FC236}">
                <a16:creationId xmlns:a16="http://schemas.microsoft.com/office/drawing/2014/main" id="{368D7348-2269-4240-AB49-AAF23D7B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7" name="Google Shape;527;p51">
            <a:extLst xmlns:a="http://schemas.openxmlformats.org/drawingml/2006/main">
              <a:ext uri="{FF2B5EF4-FFF2-40B4-BE49-F238E27FC236}">
                <a16:creationId xmlns:a16="http://schemas.microsoft.com/office/drawing/2014/main" id="{07ED60F5-F046-4F98-A075-A6CEC17E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8" name="Google Shape;528;p51">
            <a:extLst xmlns:a="http://schemas.openxmlformats.org/drawingml/2006/main">
              <a:ext uri="{FF2B5EF4-FFF2-40B4-BE49-F238E27FC236}">
                <a16:creationId xmlns:a16="http://schemas.microsoft.com/office/drawing/2014/main" id="{7232E262-DA7A-4F6F-BA87-D126209B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9" name="Google Shape;529;p51">
            <a:extLst xmlns:a="http://schemas.openxmlformats.org/drawingml/2006/main">
              <a:ext uri="{FF2B5EF4-FFF2-40B4-BE49-F238E27FC236}">
                <a16:creationId xmlns:a16="http://schemas.microsoft.com/office/drawing/2014/main" id="{9C7CF645-4D89-46D5-8C35-EF285297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0" name="Google Shape;530;p51">
            <a:extLst xmlns:a="http://schemas.openxmlformats.org/drawingml/2006/main">
              <a:ext uri="{FF2B5EF4-FFF2-40B4-BE49-F238E27FC236}">
                <a16:creationId xmlns:a16="http://schemas.microsoft.com/office/drawing/2014/main" id="{E5400DF9-1DF6-40A1-8565-8FF04CEC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1" name="Google Shape;531;p51">
            <a:extLst xmlns:a="http://schemas.openxmlformats.org/drawingml/2006/main">
              <a:ext uri="{FF2B5EF4-FFF2-40B4-BE49-F238E27FC236}">
                <a16:creationId xmlns:a16="http://schemas.microsoft.com/office/drawing/2014/main" id="{3CE47A9A-0E8E-403A-B379-77DC0ACF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2" name="Google Shape;532;p51">
            <a:extLst xmlns:a="http://schemas.openxmlformats.org/drawingml/2006/main">
              <a:ext uri="{FF2B5EF4-FFF2-40B4-BE49-F238E27FC236}">
                <a16:creationId xmlns:a16="http://schemas.microsoft.com/office/drawing/2014/main" id="{80CF0EF1-1442-4146-8687-D02817BC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1">
            <a:extLst xmlns:a="http://schemas.openxmlformats.org/drawingml/2006/main">
              <a:ext uri="{FF2B5EF4-FFF2-40B4-BE49-F238E27FC236}">
                <a16:creationId xmlns:a16="http://schemas.microsoft.com/office/drawing/2014/main" id="{B5BA0D55-B277-4E8B-AEE2-5907E9E3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4" name="Google Shape;534;p51">
            <a:extLst xmlns:a="http://schemas.openxmlformats.org/drawingml/2006/main">
              <a:ext uri="{FF2B5EF4-FFF2-40B4-BE49-F238E27FC236}">
                <a16:creationId xmlns:a16="http://schemas.microsoft.com/office/drawing/2014/main" id="{0291ADE0-9ABA-44A4-901B-E79F73FE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5" name="Google Shape;535;p51">
            <a:extLst xmlns:a="http://schemas.openxmlformats.org/drawingml/2006/main">
              <a:ext uri="{FF2B5EF4-FFF2-40B4-BE49-F238E27FC236}">
                <a16:creationId xmlns:a16="http://schemas.microsoft.com/office/drawing/2014/main" id="{E34480B2-B4E4-4924-B8DE-521CEF05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6" name="Google Shape;536;p51">
            <a:extLst xmlns:a="http://schemas.openxmlformats.org/drawingml/2006/main">
              <a:ext uri="{FF2B5EF4-FFF2-40B4-BE49-F238E27FC236}">
                <a16:creationId xmlns:a16="http://schemas.microsoft.com/office/drawing/2014/main" id="{6E7E5F06-DD82-4631-9714-EADDCE23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7" name="Google Shape;537;p51">
            <a:extLst xmlns:a="http://schemas.openxmlformats.org/drawingml/2006/main">
              <a:ext uri="{FF2B5EF4-FFF2-40B4-BE49-F238E27FC236}">
                <a16:creationId xmlns:a16="http://schemas.microsoft.com/office/drawing/2014/main" id="{8A54D919-F496-4146-BBC0-C1742735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8" name="Google Shape;538;p51">
            <a:extLst xmlns:a="http://schemas.openxmlformats.org/drawingml/2006/main">
              <a:ext uri="{FF2B5EF4-FFF2-40B4-BE49-F238E27FC236}">
                <a16:creationId xmlns:a16="http://schemas.microsoft.com/office/drawing/2014/main" id="{8DF54657-B0A3-4B0D-AAC1-A47A8809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9" name="Google Shape;539;p51">
            <a:extLst xmlns:a="http://schemas.openxmlformats.org/drawingml/2006/main">
              <a:ext uri="{FF2B5EF4-FFF2-40B4-BE49-F238E27FC236}">
                <a16:creationId xmlns:a16="http://schemas.microsoft.com/office/drawing/2014/main" id="{A74774E0-FD7D-4F74-A64A-FEEF5D7F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Google Shape;540;p51">
            <a:extLst xmlns:a="http://schemas.openxmlformats.org/drawingml/2006/main">
              <a:ext uri="{FF2B5EF4-FFF2-40B4-BE49-F238E27FC236}">
                <a16:creationId xmlns:a16="http://schemas.microsoft.com/office/drawing/2014/main" id="{88244413-9B28-4328-903E-95A211B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Google Shape;541;p51">
            <a:extLst xmlns:a="http://schemas.openxmlformats.org/drawingml/2006/main">
              <a:ext uri="{FF2B5EF4-FFF2-40B4-BE49-F238E27FC236}">
                <a16:creationId xmlns:a16="http://schemas.microsoft.com/office/drawing/2014/main" id="{6A8B5A34-A899-4B3A-B53F-DA9B6C7E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Google Shape;542;p51">
            <a:extLst xmlns:a="http://schemas.openxmlformats.org/drawingml/2006/main">
              <a:ext uri="{FF2B5EF4-FFF2-40B4-BE49-F238E27FC236}">
                <a16:creationId xmlns:a16="http://schemas.microsoft.com/office/drawing/2014/main" id="{50D71352-A3EA-4D08-8B34-86C3DDA0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3" name="Google Shape;543;p51">
            <a:extLst xmlns:a="http://schemas.openxmlformats.org/drawingml/2006/main">
              <a:ext uri="{FF2B5EF4-FFF2-40B4-BE49-F238E27FC236}">
                <a16:creationId xmlns:a16="http://schemas.microsoft.com/office/drawing/2014/main" id="{6DA5E54A-77F4-41BC-844C-5E359147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Google Shape;544;p51">
            <a:extLst xmlns:a="http://schemas.openxmlformats.org/drawingml/2006/main">
              <a:ext uri="{FF2B5EF4-FFF2-40B4-BE49-F238E27FC236}">
                <a16:creationId xmlns:a16="http://schemas.microsoft.com/office/drawing/2014/main" id="{F2549B80-D073-49BE-B871-8E0F9ADD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Google Shape;545;p51">
            <a:extLst xmlns:a="http://schemas.openxmlformats.org/drawingml/2006/main">
              <a:ext uri="{FF2B5EF4-FFF2-40B4-BE49-F238E27FC236}">
                <a16:creationId xmlns:a16="http://schemas.microsoft.com/office/drawing/2014/main" id="{5FE8686C-9F38-4897-8B46-508DEB4E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Google Shape;546;p51">
            <a:extLst xmlns:a="http://schemas.openxmlformats.org/drawingml/2006/main">
              <a:ext uri="{FF2B5EF4-FFF2-40B4-BE49-F238E27FC236}">
                <a16:creationId xmlns:a16="http://schemas.microsoft.com/office/drawing/2014/main" id="{D42872B0-C39D-464F-A876-271748D9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Google Shape;547;p51">
            <a:extLst xmlns:a="http://schemas.openxmlformats.org/drawingml/2006/main">
              <a:ext uri="{FF2B5EF4-FFF2-40B4-BE49-F238E27FC236}">
                <a16:creationId xmlns:a16="http://schemas.microsoft.com/office/drawing/2014/main" id="{B6D81B69-E4B1-477C-A491-B45217E1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Google Shape;548;p51">
            <a:extLst xmlns:a="http://schemas.openxmlformats.org/drawingml/2006/main">
              <a:ext uri="{FF2B5EF4-FFF2-40B4-BE49-F238E27FC236}">
                <a16:creationId xmlns:a16="http://schemas.microsoft.com/office/drawing/2014/main" id="{5FD49041-CF2D-435E-9C0B-DE3D2D27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Google Shape;549;p51">
            <a:extLst xmlns:a="http://schemas.openxmlformats.org/drawingml/2006/main">
              <a:ext uri="{FF2B5EF4-FFF2-40B4-BE49-F238E27FC236}">
                <a16:creationId xmlns:a16="http://schemas.microsoft.com/office/drawing/2014/main" id="{61EA9ECE-F7FA-4DF0-B1F0-36D1BA49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Google Shape;550;p51">
            <a:extLst xmlns:a="http://schemas.openxmlformats.org/drawingml/2006/main">
              <a:ext uri="{FF2B5EF4-FFF2-40B4-BE49-F238E27FC236}">
                <a16:creationId xmlns:a16="http://schemas.microsoft.com/office/drawing/2014/main" id="{A0E110E7-DB35-43D2-93FB-66E8F3AF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Google Shape;551;p51">
            <a:extLst xmlns:a="http://schemas.openxmlformats.org/drawingml/2006/main">
              <a:ext uri="{FF2B5EF4-FFF2-40B4-BE49-F238E27FC236}">
                <a16:creationId xmlns:a16="http://schemas.microsoft.com/office/drawing/2014/main" id="{FE87FF64-D965-4E88-A51A-B9CEA7E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Google Shape;552;p51">
            <a:extLst xmlns:a="http://schemas.openxmlformats.org/drawingml/2006/main">
              <a:ext uri="{FF2B5EF4-FFF2-40B4-BE49-F238E27FC236}">
                <a16:creationId xmlns:a16="http://schemas.microsoft.com/office/drawing/2014/main" id="{A892B407-54B8-412B-991B-01CF355D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Google Shape;553;p51">
            <a:extLst xmlns:a="http://schemas.openxmlformats.org/drawingml/2006/main">
              <a:ext uri="{FF2B5EF4-FFF2-40B4-BE49-F238E27FC236}">
                <a16:creationId xmlns:a16="http://schemas.microsoft.com/office/drawing/2014/main" id="{065B64F6-85C1-420A-97DC-BE73E41B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4" name="Google Shape;554;p51">
            <a:extLst xmlns:a="http://schemas.openxmlformats.org/drawingml/2006/main">
              <a:ext uri="{FF2B5EF4-FFF2-40B4-BE49-F238E27FC236}">
                <a16:creationId xmlns:a16="http://schemas.microsoft.com/office/drawing/2014/main" id="{0C7FDDB7-682F-4A29-979D-1CB9A1A1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Google Shape;555;p51">
            <a:extLst xmlns:a="http://schemas.openxmlformats.org/drawingml/2006/main">
              <a:ext uri="{FF2B5EF4-FFF2-40B4-BE49-F238E27FC236}">
                <a16:creationId xmlns:a16="http://schemas.microsoft.com/office/drawing/2014/main" id="{FE9378F3-A55C-416E-AF4F-E546E9A3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Google Shape;556;p51">
            <a:extLst xmlns:a="http://schemas.openxmlformats.org/drawingml/2006/main">
              <a:ext uri="{FF2B5EF4-FFF2-40B4-BE49-F238E27FC236}">
                <a16:creationId xmlns:a16="http://schemas.microsoft.com/office/drawing/2014/main" id="{D65CCB74-CF05-44B8-ABA4-C71A96D4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Google Shape;557;p51">
            <a:extLst xmlns:a="http://schemas.openxmlformats.org/drawingml/2006/main">
              <a:ext uri="{FF2B5EF4-FFF2-40B4-BE49-F238E27FC236}">
                <a16:creationId xmlns:a16="http://schemas.microsoft.com/office/drawing/2014/main" id="{221FDD36-F32A-452E-91F9-C168F324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Google Shape;558;p51">
            <a:extLst xmlns:a="http://schemas.openxmlformats.org/drawingml/2006/main">
              <a:ext uri="{FF2B5EF4-FFF2-40B4-BE49-F238E27FC236}">
                <a16:creationId xmlns:a16="http://schemas.microsoft.com/office/drawing/2014/main" id="{9764F919-7892-44CE-9031-BA32D53A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Google Shape;559;p51">
            <a:extLst xmlns:a="http://schemas.openxmlformats.org/drawingml/2006/main">
              <a:ext uri="{FF2B5EF4-FFF2-40B4-BE49-F238E27FC236}">
                <a16:creationId xmlns:a16="http://schemas.microsoft.com/office/drawing/2014/main" id="{102612BE-5B7D-4626-82CE-203855C7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Google Shape;560;p51">
            <a:extLst xmlns:a="http://schemas.openxmlformats.org/drawingml/2006/main">
              <a:ext uri="{FF2B5EF4-FFF2-40B4-BE49-F238E27FC236}">
                <a16:creationId xmlns:a16="http://schemas.microsoft.com/office/drawing/2014/main" id="{FAC27978-B137-4F8D-8794-EAD4ACAA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Google Shape;561;p51">
            <a:extLst xmlns:a="http://schemas.openxmlformats.org/drawingml/2006/main">
              <a:ext uri="{FF2B5EF4-FFF2-40B4-BE49-F238E27FC236}">
                <a16:creationId xmlns:a16="http://schemas.microsoft.com/office/drawing/2014/main" id="{BE4E9E3A-EBD9-42A5-A2AE-5EB37D8A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Google Shape;562;p51">
            <a:extLst xmlns:a="http://schemas.openxmlformats.org/drawingml/2006/main">
              <a:ext uri="{FF2B5EF4-FFF2-40B4-BE49-F238E27FC236}">
                <a16:creationId xmlns:a16="http://schemas.microsoft.com/office/drawing/2014/main" id="{F434D3A8-DBFF-49B1-8F3D-5360973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Google Shape;563;p51">
            <a:extLst xmlns:a="http://schemas.openxmlformats.org/drawingml/2006/main">
              <a:ext uri="{FF2B5EF4-FFF2-40B4-BE49-F238E27FC236}">
                <a16:creationId xmlns:a16="http://schemas.microsoft.com/office/drawing/2014/main" id="{DCAD589F-F271-48EF-8CAC-D411A443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Google Shape;564;p51">
            <a:extLst xmlns:a="http://schemas.openxmlformats.org/drawingml/2006/main">
              <a:ext uri="{FF2B5EF4-FFF2-40B4-BE49-F238E27FC236}">
                <a16:creationId xmlns:a16="http://schemas.microsoft.com/office/drawing/2014/main" id="{9FA30E5E-31FB-49B2-A916-9BB5C3AB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Google Shape;565;p51">
            <a:extLst xmlns:a="http://schemas.openxmlformats.org/drawingml/2006/main">
              <a:ext uri="{FF2B5EF4-FFF2-40B4-BE49-F238E27FC236}">
                <a16:creationId xmlns:a16="http://schemas.microsoft.com/office/drawing/2014/main" id="{B938DED1-EB84-464F-91D9-801B3A6D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Google Shape;566;p51">
            <a:extLst xmlns:a="http://schemas.openxmlformats.org/drawingml/2006/main">
              <a:ext uri="{FF2B5EF4-FFF2-40B4-BE49-F238E27FC236}">
                <a16:creationId xmlns:a16="http://schemas.microsoft.com/office/drawing/2014/main" id="{92F4DB04-DC71-41D0-9C5E-7D8AA82A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Google Shape;567;p51">
            <a:extLst xmlns:a="http://schemas.openxmlformats.org/drawingml/2006/main">
              <a:ext uri="{FF2B5EF4-FFF2-40B4-BE49-F238E27FC236}">
                <a16:creationId xmlns:a16="http://schemas.microsoft.com/office/drawing/2014/main" id="{89EE919B-4FE0-4D93-85E7-C88CA6E3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Google Shape;568;p51">
            <a:extLst xmlns:a="http://schemas.openxmlformats.org/drawingml/2006/main">
              <a:ext uri="{FF2B5EF4-FFF2-40B4-BE49-F238E27FC236}">
                <a16:creationId xmlns:a16="http://schemas.microsoft.com/office/drawing/2014/main" id="{F0D074E5-33FE-4E7E-9318-8BAD717F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Google Shape;569;p51">
            <a:extLst xmlns:a="http://schemas.openxmlformats.org/drawingml/2006/main">
              <a:ext uri="{FF2B5EF4-FFF2-40B4-BE49-F238E27FC236}">
                <a16:creationId xmlns:a16="http://schemas.microsoft.com/office/drawing/2014/main" id="{18BE2B00-BD9B-4FB6-8D89-F7F2260F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Google Shape;570;p51">
            <a:extLst xmlns:a="http://schemas.openxmlformats.org/drawingml/2006/main">
              <a:ext uri="{FF2B5EF4-FFF2-40B4-BE49-F238E27FC236}">
                <a16:creationId xmlns:a16="http://schemas.microsoft.com/office/drawing/2014/main" id="{0A257368-F6FD-4E21-8A76-EE2FC03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Google Shape;571;p51">
            <a:extLst xmlns:a="http://schemas.openxmlformats.org/drawingml/2006/main">
              <a:ext uri="{FF2B5EF4-FFF2-40B4-BE49-F238E27FC236}">
                <a16:creationId xmlns:a16="http://schemas.microsoft.com/office/drawing/2014/main" id="{720F2A10-54B9-4BA2-929C-E738916C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Google Shape;572;p51">
            <a:extLst xmlns:a="http://schemas.openxmlformats.org/drawingml/2006/main">
              <a:ext uri="{FF2B5EF4-FFF2-40B4-BE49-F238E27FC236}">
                <a16:creationId xmlns:a16="http://schemas.microsoft.com/office/drawing/2014/main" id="{BEC5C7C4-B04B-46E7-8E46-EA51425C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Google Shape;573;p51">
            <a:extLst xmlns:a="http://schemas.openxmlformats.org/drawingml/2006/main">
              <a:ext uri="{FF2B5EF4-FFF2-40B4-BE49-F238E27FC236}">
                <a16:creationId xmlns:a16="http://schemas.microsoft.com/office/drawing/2014/main" id="{33110CE6-2A00-4D82-A64F-777FE35A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Google Shape;574;p51">
            <a:extLst xmlns:a="http://schemas.openxmlformats.org/drawingml/2006/main">
              <a:ext uri="{FF2B5EF4-FFF2-40B4-BE49-F238E27FC236}">
                <a16:creationId xmlns:a16="http://schemas.microsoft.com/office/drawing/2014/main" id="{4E5D40FB-A9C0-40F7-9A41-24A96FE3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Google Shape;575;p51">
            <a:extLst xmlns:a="http://schemas.openxmlformats.org/drawingml/2006/main">
              <a:ext uri="{FF2B5EF4-FFF2-40B4-BE49-F238E27FC236}">
                <a16:creationId xmlns:a16="http://schemas.microsoft.com/office/drawing/2014/main" id="{4A2794E2-9F23-4DC2-AA72-B751D13F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Google Shape;576;p51">
            <a:extLst xmlns:a="http://schemas.openxmlformats.org/drawingml/2006/main">
              <a:ext uri="{FF2B5EF4-FFF2-40B4-BE49-F238E27FC236}">
                <a16:creationId xmlns:a16="http://schemas.microsoft.com/office/drawing/2014/main" id="{457000CD-E188-4B8B-B283-486CCA05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Google Shape;577;p51">
            <a:extLst xmlns:a="http://schemas.openxmlformats.org/drawingml/2006/main">
              <a:ext uri="{FF2B5EF4-FFF2-40B4-BE49-F238E27FC236}">
                <a16:creationId xmlns:a16="http://schemas.microsoft.com/office/drawing/2014/main" id="{A020A844-DEA9-4A98-A6F1-15559F7F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8" name="Google Shape;578;p51">
            <a:extLst xmlns:a="http://schemas.openxmlformats.org/drawingml/2006/main">
              <a:ext uri="{FF2B5EF4-FFF2-40B4-BE49-F238E27FC236}">
                <a16:creationId xmlns:a16="http://schemas.microsoft.com/office/drawing/2014/main" id="{56B96EA0-A801-43FF-AABD-00239220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9" name="Google Shape;579;p51">
            <a:extLst xmlns:a="http://schemas.openxmlformats.org/drawingml/2006/main">
              <a:ext uri="{FF2B5EF4-FFF2-40B4-BE49-F238E27FC236}">
                <a16:creationId xmlns:a16="http://schemas.microsoft.com/office/drawing/2014/main" id="{7251256D-5F1B-4782-AE15-C6446D93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Google Shape;580;p51">
            <a:extLst xmlns:a="http://schemas.openxmlformats.org/drawingml/2006/main">
              <a:ext uri="{FF2B5EF4-FFF2-40B4-BE49-F238E27FC236}">
                <a16:creationId xmlns:a16="http://schemas.microsoft.com/office/drawing/2014/main" id="{8E5BBD1D-ECA9-4424-AD82-80E82BC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Google Shape;581;p51">
            <a:extLst xmlns:a="http://schemas.openxmlformats.org/drawingml/2006/main">
              <a:ext uri="{FF2B5EF4-FFF2-40B4-BE49-F238E27FC236}">
                <a16:creationId xmlns:a16="http://schemas.microsoft.com/office/drawing/2014/main" id="{4B24572C-A9E9-4327-B3A8-14C14122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2" name="Google Shape;582;p51">
            <a:extLst xmlns:a="http://schemas.openxmlformats.org/drawingml/2006/main">
              <a:ext uri="{FF2B5EF4-FFF2-40B4-BE49-F238E27FC236}">
                <a16:creationId xmlns:a16="http://schemas.microsoft.com/office/drawing/2014/main" id="{40A8D316-9B11-4B75-906E-54ABD6B8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Google Shape;583;p51">
            <a:extLst xmlns:a="http://schemas.openxmlformats.org/drawingml/2006/main">
              <a:ext uri="{FF2B5EF4-FFF2-40B4-BE49-F238E27FC236}">
                <a16:creationId xmlns:a16="http://schemas.microsoft.com/office/drawing/2014/main" id="{0FA64D25-ACB7-4858-96B5-E8DDBBBB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Google Shape;584;p51">
            <a:extLst xmlns:a="http://schemas.openxmlformats.org/drawingml/2006/main">
              <a:ext uri="{FF2B5EF4-FFF2-40B4-BE49-F238E27FC236}">
                <a16:creationId xmlns:a16="http://schemas.microsoft.com/office/drawing/2014/main" id="{96AE339D-A80C-4952-822C-DD4D007E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Google Shape;585;p51">
            <a:extLst xmlns:a="http://schemas.openxmlformats.org/drawingml/2006/main">
              <a:ext uri="{FF2B5EF4-FFF2-40B4-BE49-F238E27FC236}">
                <a16:creationId xmlns:a16="http://schemas.microsoft.com/office/drawing/2014/main" id="{4492261B-707A-4CD8-83C9-E0376D45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Google Shape;586;p51">
            <a:extLst xmlns:a="http://schemas.openxmlformats.org/drawingml/2006/main">
              <a:ext uri="{FF2B5EF4-FFF2-40B4-BE49-F238E27FC236}">
                <a16:creationId xmlns:a16="http://schemas.microsoft.com/office/drawing/2014/main" id="{BD160B8F-2038-48C0-A561-58B5A198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Google Shape;587;p51">
            <a:extLst xmlns:a="http://schemas.openxmlformats.org/drawingml/2006/main">
              <a:ext uri="{FF2B5EF4-FFF2-40B4-BE49-F238E27FC236}">
                <a16:creationId xmlns:a16="http://schemas.microsoft.com/office/drawing/2014/main" id="{27FB3DD8-C2AC-4CA2-8078-C55762A2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8" name="Google Shape;588;p51">
            <a:extLst xmlns:a="http://schemas.openxmlformats.org/drawingml/2006/main">
              <a:ext uri="{FF2B5EF4-FFF2-40B4-BE49-F238E27FC236}">
                <a16:creationId xmlns:a16="http://schemas.microsoft.com/office/drawing/2014/main" id="{F7F99FEB-6440-46E3-A86A-D93564D4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Google Shape;589;p51">
            <a:extLst xmlns:a="http://schemas.openxmlformats.org/drawingml/2006/main">
              <a:ext uri="{FF2B5EF4-FFF2-40B4-BE49-F238E27FC236}">
                <a16:creationId xmlns:a16="http://schemas.microsoft.com/office/drawing/2014/main" id="{687CA0AB-C8BB-4F02-BCBC-88591D67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Google Shape;590;p51">
            <a:extLst xmlns:a="http://schemas.openxmlformats.org/drawingml/2006/main">
              <a:ext uri="{FF2B5EF4-FFF2-40B4-BE49-F238E27FC236}">
                <a16:creationId xmlns:a16="http://schemas.microsoft.com/office/drawing/2014/main" id="{824D0784-EA75-4A0C-BA9D-83E1A119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1" name="Google Shape;591;p51">
            <a:extLst xmlns:a="http://schemas.openxmlformats.org/drawingml/2006/main">
              <a:ext uri="{FF2B5EF4-FFF2-40B4-BE49-F238E27FC236}">
                <a16:creationId xmlns:a16="http://schemas.microsoft.com/office/drawing/2014/main" id="{4A05FEAC-1270-48A9-8A02-444DD80F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Google Shape;592;p51">
            <a:extLst xmlns:a="http://schemas.openxmlformats.org/drawingml/2006/main">
              <a:ext uri="{FF2B5EF4-FFF2-40B4-BE49-F238E27FC236}">
                <a16:creationId xmlns:a16="http://schemas.microsoft.com/office/drawing/2014/main" id="{A3ABF2CC-8F94-4853-800B-EF5E03DC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3" name="Google Shape;593;p51">
            <a:extLst xmlns:a="http://schemas.openxmlformats.org/drawingml/2006/main">
              <a:ext uri="{FF2B5EF4-FFF2-40B4-BE49-F238E27FC236}">
                <a16:creationId xmlns:a16="http://schemas.microsoft.com/office/drawing/2014/main" id="{085A32B4-A028-4DEA-80E1-785A4566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Google Shape;594;p51">
            <a:extLst xmlns:a="http://schemas.openxmlformats.org/drawingml/2006/main">
              <a:ext uri="{FF2B5EF4-FFF2-40B4-BE49-F238E27FC236}">
                <a16:creationId xmlns:a16="http://schemas.microsoft.com/office/drawing/2014/main" id="{83186008-0C1D-497A-AA91-AC7C402D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5" name="Google Shape;595;p51">
            <a:extLst xmlns:a="http://schemas.openxmlformats.org/drawingml/2006/main">
              <a:ext uri="{FF2B5EF4-FFF2-40B4-BE49-F238E27FC236}">
                <a16:creationId xmlns:a16="http://schemas.microsoft.com/office/drawing/2014/main" id="{F7F285A6-FBA6-48B4-9505-731DCE29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Google Shape;596;p51">
            <a:extLst xmlns:a="http://schemas.openxmlformats.org/drawingml/2006/main">
              <a:ext uri="{FF2B5EF4-FFF2-40B4-BE49-F238E27FC236}">
                <a16:creationId xmlns:a16="http://schemas.microsoft.com/office/drawing/2014/main" id="{B521F28F-559E-404C-95FD-44D996A1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7" name="Google Shape;597;p51">
            <a:extLst xmlns:a="http://schemas.openxmlformats.org/drawingml/2006/main">
              <a:ext uri="{FF2B5EF4-FFF2-40B4-BE49-F238E27FC236}">
                <a16:creationId xmlns:a16="http://schemas.microsoft.com/office/drawing/2014/main" id="{382BA616-A59D-46A1-B138-F9FC5165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8" name="Google Shape;598;p51">
            <a:extLst xmlns:a="http://schemas.openxmlformats.org/drawingml/2006/main">
              <a:ext uri="{FF2B5EF4-FFF2-40B4-BE49-F238E27FC236}">
                <a16:creationId xmlns:a16="http://schemas.microsoft.com/office/drawing/2014/main" id="{1908AFD0-4687-465B-A22D-6D103E77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9" name="Google Shape;599;p51">
            <a:extLst xmlns:a="http://schemas.openxmlformats.org/drawingml/2006/main">
              <a:ext uri="{FF2B5EF4-FFF2-40B4-BE49-F238E27FC236}">
                <a16:creationId xmlns:a16="http://schemas.microsoft.com/office/drawing/2014/main" id="{566C2B54-9810-4BC1-A253-F8A9F50B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0" name="Google Shape;600;p51">
            <a:extLst xmlns:a="http://schemas.openxmlformats.org/drawingml/2006/main">
              <a:ext uri="{FF2B5EF4-FFF2-40B4-BE49-F238E27FC236}">
                <a16:creationId xmlns:a16="http://schemas.microsoft.com/office/drawing/2014/main" id="{2F194434-B6C1-404C-BAC4-FC2E08F3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1" name="Google Shape;601;p51">
            <a:extLst xmlns:a="http://schemas.openxmlformats.org/drawingml/2006/main">
              <a:ext uri="{FF2B5EF4-FFF2-40B4-BE49-F238E27FC236}">
                <a16:creationId xmlns:a16="http://schemas.microsoft.com/office/drawing/2014/main" id="{558A1B20-B2B5-47A1-8E27-8F1C81F3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2" name="Google Shape;602;p51">
            <a:extLst xmlns:a="http://schemas.openxmlformats.org/drawingml/2006/main">
              <a:ext uri="{FF2B5EF4-FFF2-40B4-BE49-F238E27FC236}">
                <a16:creationId xmlns:a16="http://schemas.microsoft.com/office/drawing/2014/main" id="{FDE7472B-8F91-4803-B1BA-9FC0AD6E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3" name="Google Shape;603;p51">
            <a:extLst xmlns:a="http://schemas.openxmlformats.org/drawingml/2006/main">
              <a:ext uri="{FF2B5EF4-FFF2-40B4-BE49-F238E27FC236}">
                <a16:creationId xmlns:a16="http://schemas.microsoft.com/office/drawing/2014/main" id="{9C868A2D-D819-480D-A9AA-52CD7984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4" name="Google Shape;604;p51">
            <a:extLst xmlns:a="http://schemas.openxmlformats.org/drawingml/2006/main">
              <a:ext uri="{FF2B5EF4-FFF2-40B4-BE49-F238E27FC236}">
                <a16:creationId xmlns:a16="http://schemas.microsoft.com/office/drawing/2014/main" id="{09953828-3427-4D0D-AB21-9D64C644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5" name="Google Shape;605;p51">
            <a:extLst xmlns:a="http://schemas.openxmlformats.org/drawingml/2006/main">
              <a:ext uri="{FF2B5EF4-FFF2-40B4-BE49-F238E27FC236}">
                <a16:creationId xmlns:a16="http://schemas.microsoft.com/office/drawing/2014/main" id="{F7642EF4-821E-474F-9F99-DA68517A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" name="Google Shape;606;p51">
            <a:extLst xmlns:a="http://schemas.openxmlformats.org/drawingml/2006/main">
              <a:ext uri="{FF2B5EF4-FFF2-40B4-BE49-F238E27FC236}">
                <a16:creationId xmlns:a16="http://schemas.microsoft.com/office/drawing/2014/main" id="{C546BBB7-AF79-4154-AD93-6B41E2A2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7" name="Google Shape;607;p51">
            <a:extLst xmlns:a="http://schemas.openxmlformats.org/drawingml/2006/main">
              <a:ext uri="{FF2B5EF4-FFF2-40B4-BE49-F238E27FC236}">
                <a16:creationId xmlns:a16="http://schemas.microsoft.com/office/drawing/2014/main" id="{2FC5B823-F29D-41B4-B150-0DA0DEB2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8" name="Google Shape;608;p51">
            <a:extLst xmlns:a="http://schemas.openxmlformats.org/drawingml/2006/main">
              <a:ext uri="{FF2B5EF4-FFF2-40B4-BE49-F238E27FC236}">
                <a16:creationId xmlns:a16="http://schemas.microsoft.com/office/drawing/2014/main" id="{B6CDFDA4-89AB-416C-9E15-DB26F6E4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" name="Google Shape;609;p51">
            <a:extLst xmlns:a="http://schemas.openxmlformats.org/drawingml/2006/main">
              <a:ext uri="{FF2B5EF4-FFF2-40B4-BE49-F238E27FC236}">
                <a16:creationId xmlns:a16="http://schemas.microsoft.com/office/drawing/2014/main" id="{28BC1EC4-1C5C-4C8D-BC87-6DE0ED1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0" name="Google Shape;610;p51">
            <a:extLst xmlns:a="http://schemas.openxmlformats.org/drawingml/2006/main">
              <a:ext uri="{FF2B5EF4-FFF2-40B4-BE49-F238E27FC236}">
                <a16:creationId xmlns:a16="http://schemas.microsoft.com/office/drawing/2014/main" id="{242E972F-03E9-4AF7-987A-B95C01B0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1" name="Google Shape;611;p51">
            <a:extLst xmlns:a="http://schemas.openxmlformats.org/drawingml/2006/main">
              <a:ext uri="{FF2B5EF4-FFF2-40B4-BE49-F238E27FC236}">
                <a16:creationId xmlns:a16="http://schemas.microsoft.com/office/drawing/2014/main" id="{C0DD0BD9-DC54-433E-900A-1CAF0F6F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2" name="Google Shape;612;p51">
            <a:extLst xmlns:a="http://schemas.openxmlformats.org/drawingml/2006/main">
              <a:ext uri="{FF2B5EF4-FFF2-40B4-BE49-F238E27FC236}">
                <a16:creationId xmlns:a16="http://schemas.microsoft.com/office/drawing/2014/main" id="{BA79591C-0CD6-44EE-B265-462C7EAB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3" name="Google Shape;613;p51">
            <a:extLst xmlns:a="http://schemas.openxmlformats.org/drawingml/2006/main">
              <a:ext uri="{FF2B5EF4-FFF2-40B4-BE49-F238E27FC236}">
                <a16:creationId xmlns:a16="http://schemas.microsoft.com/office/drawing/2014/main" id="{9DC4B376-C658-4DC5-A4A4-CC77666C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4" name="Google Shape;614;p51">
            <a:extLst xmlns:a="http://schemas.openxmlformats.org/drawingml/2006/main">
              <a:ext uri="{FF2B5EF4-FFF2-40B4-BE49-F238E27FC236}">
                <a16:creationId xmlns:a16="http://schemas.microsoft.com/office/drawing/2014/main" id="{37940CD9-F214-4E4A-8DED-07778A90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5" name="Google Shape;615;p51">
            <a:extLst xmlns:a="http://schemas.openxmlformats.org/drawingml/2006/main">
              <a:ext uri="{FF2B5EF4-FFF2-40B4-BE49-F238E27FC236}">
                <a16:creationId xmlns:a16="http://schemas.microsoft.com/office/drawing/2014/main" id="{BA5AF299-69E4-4C2D-9AB1-418109CD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6" name="Google Shape;616;p51">
            <a:extLst xmlns:a="http://schemas.openxmlformats.org/drawingml/2006/main">
              <a:ext uri="{FF2B5EF4-FFF2-40B4-BE49-F238E27FC236}">
                <a16:creationId xmlns:a16="http://schemas.microsoft.com/office/drawing/2014/main" id="{252BB6A4-2016-4A25-A652-9CCBE840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7" name="Google Shape;617;p51">
            <a:extLst xmlns:a="http://schemas.openxmlformats.org/drawingml/2006/main">
              <a:ext uri="{FF2B5EF4-FFF2-40B4-BE49-F238E27FC236}">
                <a16:creationId xmlns:a16="http://schemas.microsoft.com/office/drawing/2014/main" id="{F23A676C-6F04-419C-846C-C82CF537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8" name="Google Shape;618;p51">
            <a:extLst xmlns:a="http://schemas.openxmlformats.org/drawingml/2006/main">
              <a:ext uri="{FF2B5EF4-FFF2-40B4-BE49-F238E27FC236}">
                <a16:creationId xmlns:a16="http://schemas.microsoft.com/office/drawing/2014/main" id="{EE2C5EB5-79B7-4139-A08B-E1AF4279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9" name="Google Shape;619;p51">
            <a:extLst xmlns:a="http://schemas.openxmlformats.org/drawingml/2006/main">
              <a:ext uri="{FF2B5EF4-FFF2-40B4-BE49-F238E27FC236}">
                <a16:creationId xmlns:a16="http://schemas.microsoft.com/office/drawing/2014/main" id="{9CDB2EA4-56F9-4F63-BFCF-5FDA09C2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0" name="Google Shape;620;p51">
            <a:extLst xmlns:a="http://schemas.openxmlformats.org/drawingml/2006/main">
              <a:ext uri="{FF2B5EF4-FFF2-40B4-BE49-F238E27FC236}">
                <a16:creationId xmlns:a16="http://schemas.microsoft.com/office/drawing/2014/main" id="{6B342158-DD40-4034-83DE-E2D05451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1" name="Google Shape;621;p51">
            <a:extLst xmlns:a="http://schemas.openxmlformats.org/drawingml/2006/main">
              <a:ext uri="{FF2B5EF4-FFF2-40B4-BE49-F238E27FC236}">
                <a16:creationId xmlns:a16="http://schemas.microsoft.com/office/drawing/2014/main" id="{36FC9257-D8A4-4335-8FFF-A1FBEB33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2" name="Google Shape;622;p51">
            <a:extLst xmlns:a="http://schemas.openxmlformats.org/drawingml/2006/main">
              <a:ext uri="{FF2B5EF4-FFF2-40B4-BE49-F238E27FC236}">
                <a16:creationId xmlns:a16="http://schemas.microsoft.com/office/drawing/2014/main" id="{C4B3830E-64B9-456D-BBD1-CE93D01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3" name="Google Shape;623;p51">
            <a:extLst xmlns:a="http://schemas.openxmlformats.org/drawingml/2006/main">
              <a:ext uri="{FF2B5EF4-FFF2-40B4-BE49-F238E27FC236}">
                <a16:creationId xmlns:a16="http://schemas.microsoft.com/office/drawing/2014/main" id="{106B658D-E9BA-4DEC-B278-B95E6C1B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4" name="Google Shape;624;p51">
            <a:extLst xmlns:a="http://schemas.openxmlformats.org/drawingml/2006/main">
              <a:ext uri="{FF2B5EF4-FFF2-40B4-BE49-F238E27FC236}">
                <a16:creationId xmlns:a16="http://schemas.microsoft.com/office/drawing/2014/main" id="{49DAC11A-A7DB-43BD-AF80-5A67D860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5" name="Google Shape;625;p51">
            <a:extLst xmlns:a="http://schemas.openxmlformats.org/drawingml/2006/main">
              <a:ext uri="{FF2B5EF4-FFF2-40B4-BE49-F238E27FC236}">
                <a16:creationId xmlns:a16="http://schemas.microsoft.com/office/drawing/2014/main" id="{871A3198-799A-4847-A468-04B9B03E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6" name="Google Shape;626;p51">
            <a:extLst xmlns:a="http://schemas.openxmlformats.org/drawingml/2006/main">
              <a:ext uri="{FF2B5EF4-FFF2-40B4-BE49-F238E27FC236}">
                <a16:creationId xmlns:a16="http://schemas.microsoft.com/office/drawing/2014/main" id="{1BA3F637-E1D5-4AD5-8277-0E571D7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7" name="Google Shape;627;p51">
            <a:extLst xmlns:a="http://schemas.openxmlformats.org/drawingml/2006/main">
              <a:ext uri="{FF2B5EF4-FFF2-40B4-BE49-F238E27FC236}">
                <a16:creationId xmlns:a16="http://schemas.microsoft.com/office/drawing/2014/main" id="{0216D728-8573-4324-B8F3-113FBA21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8" name="Google Shape;628;p51">
            <a:extLst xmlns:a="http://schemas.openxmlformats.org/drawingml/2006/main">
              <a:ext uri="{FF2B5EF4-FFF2-40B4-BE49-F238E27FC236}">
                <a16:creationId xmlns:a16="http://schemas.microsoft.com/office/drawing/2014/main" id="{82CD588F-7B17-4B29-91EA-80725088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9" name="Google Shape;629;p51">
            <a:extLst xmlns:a="http://schemas.openxmlformats.org/drawingml/2006/main">
              <a:ext uri="{FF2B5EF4-FFF2-40B4-BE49-F238E27FC236}">
                <a16:creationId xmlns:a16="http://schemas.microsoft.com/office/drawing/2014/main" id="{E0945CE5-82D4-4C18-BEBB-C2835D1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0" name="Google Shape;630;p51">
            <a:extLst xmlns:a="http://schemas.openxmlformats.org/drawingml/2006/main">
              <a:ext uri="{FF2B5EF4-FFF2-40B4-BE49-F238E27FC236}">
                <a16:creationId xmlns:a16="http://schemas.microsoft.com/office/drawing/2014/main" id="{288BCD3D-0BF5-4372-93B7-C73203E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1" name="Google Shape;631;p51">
            <a:extLst xmlns:a="http://schemas.openxmlformats.org/drawingml/2006/main">
              <a:ext uri="{FF2B5EF4-FFF2-40B4-BE49-F238E27FC236}">
                <a16:creationId xmlns:a16="http://schemas.microsoft.com/office/drawing/2014/main" id="{935DABEF-A345-460C-B0BC-6C9A6DFF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2" name="Google Shape;632;p51">
            <a:extLst xmlns:a="http://schemas.openxmlformats.org/drawingml/2006/main">
              <a:ext uri="{FF2B5EF4-FFF2-40B4-BE49-F238E27FC236}">
                <a16:creationId xmlns:a16="http://schemas.microsoft.com/office/drawing/2014/main" id="{EEE860F7-958E-4ABF-B8A8-968A9FA3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3" name="Google Shape;633;p51">
            <a:extLst xmlns:a="http://schemas.openxmlformats.org/drawingml/2006/main">
              <a:ext uri="{FF2B5EF4-FFF2-40B4-BE49-F238E27FC236}">
                <a16:creationId xmlns:a16="http://schemas.microsoft.com/office/drawing/2014/main" id="{960FFFB3-9D5C-45DE-BB55-EA330A57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4" name="Google Shape;634;p51">
            <a:extLst xmlns:a="http://schemas.openxmlformats.org/drawingml/2006/main">
              <a:ext uri="{FF2B5EF4-FFF2-40B4-BE49-F238E27FC236}">
                <a16:creationId xmlns:a16="http://schemas.microsoft.com/office/drawing/2014/main" id="{47673E7B-53A8-4B53-852F-3AECADDD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5" name="Google Shape;635;p51">
            <a:extLst xmlns:a="http://schemas.openxmlformats.org/drawingml/2006/main">
              <a:ext uri="{FF2B5EF4-FFF2-40B4-BE49-F238E27FC236}">
                <a16:creationId xmlns:a16="http://schemas.microsoft.com/office/drawing/2014/main" id="{B5264FBC-689D-4EC9-A324-EC143BD9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Google Shape;636;p51">
            <a:extLst xmlns:a="http://schemas.openxmlformats.org/drawingml/2006/main">
              <a:ext uri="{FF2B5EF4-FFF2-40B4-BE49-F238E27FC236}">
                <a16:creationId xmlns:a16="http://schemas.microsoft.com/office/drawing/2014/main" id="{DA26BFE5-1783-4462-B552-FDD70F7A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Google Shape;637;p51">
            <a:extLst xmlns:a="http://schemas.openxmlformats.org/drawingml/2006/main">
              <a:ext uri="{FF2B5EF4-FFF2-40B4-BE49-F238E27FC236}">
                <a16:creationId xmlns:a16="http://schemas.microsoft.com/office/drawing/2014/main" id="{D05E2DCD-0F24-44B9-93F7-4BA08946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Google Shape;638;p51">
            <a:extLst xmlns:a="http://schemas.openxmlformats.org/drawingml/2006/main">
              <a:ext uri="{FF2B5EF4-FFF2-40B4-BE49-F238E27FC236}">
                <a16:creationId xmlns:a16="http://schemas.microsoft.com/office/drawing/2014/main" id="{9638C34C-2A85-4DD9-AF20-FDA5314F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9" name="Google Shape;639;p51">
            <a:extLst xmlns:a="http://schemas.openxmlformats.org/drawingml/2006/main">
              <a:ext uri="{FF2B5EF4-FFF2-40B4-BE49-F238E27FC236}">
                <a16:creationId xmlns:a16="http://schemas.microsoft.com/office/drawing/2014/main" id="{338BA5C1-B9D3-4C35-8D6B-36712901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Google Shape;640;p51">
            <a:extLst xmlns:a="http://schemas.openxmlformats.org/drawingml/2006/main">
              <a:ext uri="{FF2B5EF4-FFF2-40B4-BE49-F238E27FC236}">
                <a16:creationId xmlns:a16="http://schemas.microsoft.com/office/drawing/2014/main" id="{0408B876-0A02-44BC-BD21-9CE7A29A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Google Shape;641;p51">
            <a:extLst xmlns:a="http://schemas.openxmlformats.org/drawingml/2006/main">
              <a:ext uri="{FF2B5EF4-FFF2-40B4-BE49-F238E27FC236}">
                <a16:creationId xmlns:a16="http://schemas.microsoft.com/office/drawing/2014/main" id="{5830F079-968D-4CE9-94A7-CDA137B0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Google Shape;642;p51">
            <a:extLst xmlns:a="http://schemas.openxmlformats.org/drawingml/2006/main">
              <a:ext uri="{FF2B5EF4-FFF2-40B4-BE49-F238E27FC236}">
                <a16:creationId xmlns:a16="http://schemas.microsoft.com/office/drawing/2014/main" id="{99C27ACE-3C1D-40B5-B019-B1FAF6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Google Shape;643;p51">
            <a:extLst xmlns:a="http://schemas.openxmlformats.org/drawingml/2006/main">
              <a:ext uri="{FF2B5EF4-FFF2-40B4-BE49-F238E27FC236}">
                <a16:creationId xmlns:a16="http://schemas.microsoft.com/office/drawing/2014/main" id="{689276B0-27C2-4AD0-8FFB-88A978E2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Google Shape;644;p51">
            <a:extLst xmlns:a="http://schemas.openxmlformats.org/drawingml/2006/main">
              <a:ext uri="{FF2B5EF4-FFF2-40B4-BE49-F238E27FC236}">
                <a16:creationId xmlns:a16="http://schemas.microsoft.com/office/drawing/2014/main" id="{BA4314AD-D3A7-40CF-BC87-3FFA0028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Google Shape;645;p51">
            <a:extLst xmlns:a="http://schemas.openxmlformats.org/drawingml/2006/main">
              <a:ext uri="{FF2B5EF4-FFF2-40B4-BE49-F238E27FC236}">
                <a16:creationId xmlns:a16="http://schemas.microsoft.com/office/drawing/2014/main" id="{85207036-B00A-4FB4-8D2D-E6271816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Google Shape;646;p51">
            <a:extLst xmlns:a="http://schemas.openxmlformats.org/drawingml/2006/main">
              <a:ext uri="{FF2B5EF4-FFF2-40B4-BE49-F238E27FC236}">
                <a16:creationId xmlns:a16="http://schemas.microsoft.com/office/drawing/2014/main" id="{A4CF74C1-FF32-439D-8C17-86339BCE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Google Shape;647;p51">
            <a:extLst xmlns:a="http://schemas.openxmlformats.org/drawingml/2006/main">
              <a:ext uri="{FF2B5EF4-FFF2-40B4-BE49-F238E27FC236}">
                <a16:creationId xmlns:a16="http://schemas.microsoft.com/office/drawing/2014/main" id="{6EF72776-BCE0-4B30-B238-A3C3D2DF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Google Shape;648;p51">
            <a:extLst xmlns:a="http://schemas.openxmlformats.org/drawingml/2006/main">
              <a:ext uri="{FF2B5EF4-FFF2-40B4-BE49-F238E27FC236}">
                <a16:creationId xmlns:a16="http://schemas.microsoft.com/office/drawing/2014/main" id="{0060C6DB-8EB5-4BB1-8838-BEEFD541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Google Shape;649;p51">
            <a:extLst xmlns:a="http://schemas.openxmlformats.org/drawingml/2006/main">
              <a:ext uri="{FF2B5EF4-FFF2-40B4-BE49-F238E27FC236}">
                <a16:creationId xmlns:a16="http://schemas.microsoft.com/office/drawing/2014/main" id="{DDC60E5A-5605-423C-BC4E-AF6A9A0A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Google Shape;650;p51">
            <a:extLst xmlns:a="http://schemas.openxmlformats.org/drawingml/2006/main">
              <a:ext uri="{FF2B5EF4-FFF2-40B4-BE49-F238E27FC236}">
                <a16:creationId xmlns:a16="http://schemas.microsoft.com/office/drawing/2014/main" id="{4C6D177C-96FC-4DEE-B3F7-75BBAD4B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Google Shape;651;p51">
            <a:extLst xmlns:a="http://schemas.openxmlformats.org/drawingml/2006/main">
              <a:ext uri="{FF2B5EF4-FFF2-40B4-BE49-F238E27FC236}">
                <a16:creationId xmlns:a16="http://schemas.microsoft.com/office/drawing/2014/main" id="{B3178032-384D-4BAD-8276-CD7E9275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Google Shape;652;p51">
            <a:extLst xmlns:a="http://schemas.openxmlformats.org/drawingml/2006/main">
              <a:ext uri="{FF2B5EF4-FFF2-40B4-BE49-F238E27FC236}">
                <a16:creationId xmlns:a16="http://schemas.microsoft.com/office/drawing/2014/main" id="{5303761E-30A3-48D0-A2C6-0D3FE2FD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Google Shape;653;p51">
            <a:extLst xmlns:a="http://schemas.openxmlformats.org/drawingml/2006/main">
              <a:ext uri="{FF2B5EF4-FFF2-40B4-BE49-F238E27FC236}">
                <a16:creationId xmlns:a16="http://schemas.microsoft.com/office/drawing/2014/main" id="{F37EBFBF-EE39-4BBA-922B-B56E89B0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Google Shape;654;p51">
            <a:extLst xmlns:a="http://schemas.openxmlformats.org/drawingml/2006/main">
              <a:ext uri="{FF2B5EF4-FFF2-40B4-BE49-F238E27FC236}">
                <a16:creationId xmlns:a16="http://schemas.microsoft.com/office/drawing/2014/main" id="{29618B71-B7AA-499D-A6C3-5661DA1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Google Shape;655;p51">
            <a:extLst xmlns:a="http://schemas.openxmlformats.org/drawingml/2006/main">
              <a:ext uri="{FF2B5EF4-FFF2-40B4-BE49-F238E27FC236}">
                <a16:creationId xmlns:a16="http://schemas.microsoft.com/office/drawing/2014/main" id="{0C6D229A-346F-4F63-BA8A-069DC710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Google Shape;656;p51">
            <a:extLst xmlns:a="http://schemas.openxmlformats.org/drawingml/2006/main">
              <a:ext uri="{FF2B5EF4-FFF2-40B4-BE49-F238E27FC236}">
                <a16:creationId xmlns:a16="http://schemas.microsoft.com/office/drawing/2014/main" id="{189D015F-E754-4BF1-BE3C-2C4EB475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Google Shape;657;p51">
            <a:extLst xmlns:a="http://schemas.openxmlformats.org/drawingml/2006/main">
              <a:ext uri="{FF2B5EF4-FFF2-40B4-BE49-F238E27FC236}">
                <a16:creationId xmlns:a16="http://schemas.microsoft.com/office/drawing/2014/main" id="{0DB8618D-3EC1-4AD4-B012-E9964976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Google Shape;658;p51">
            <a:extLst xmlns:a="http://schemas.openxmlformats.org/drawingml/2006/main">
              <a:ext uri="{FF2B5EF4-FFF2-40B4-BE49-F238E27FC236}">
                <a16:creationId xmlns:a16="http://schemas.microsoft.com/office/drawing/2014/main" id="{F55E9B6D-9F46-42A0-9D52-40413929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Google Shape;659;p51">
            <a:extLst xmlns:a="http://schemas.openxmlformats.org/drawingml/2006/main">
              <a:ext uri="{FF2B5EF4-FFF2-40B4-BE49-F238E27FC236}">
                <a16:creationId xmlns:a16="http://schemas.microsoft.com/office/drawing/2014/main" id="{1E3A62D5-D03B-4AC1-8375-6D5C32A6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0" name="Google Shape;660;p51">
            <a:extLst xmlns:a="http://schemas.openxmlformats.org/drawingml/2006/main">
              <a:ext uri="{FF2B5EF4-FFF2-40B4-BE49-F238E27FC236}">
                <a16:creationId xmlns:a16="http://schemas.microsoft.com/office/drawing/2014/main" id="{90B0B85D-CB74-4986-B12B-9E0BF8CF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1" name="Google Shape;661;p51">
            <a:extLst xmlns:a="http://schemas.openxmlformats.org/drawingml/2006/main">
              <a:ext uri="{FF2B5EF4-FFF2-40B4-BE49-F238E27FC236}">
                <a16:creationId xmlns:a16="http://schemas.microsoft.com/office/drawing/2014/main" id="{6C20DF6F-1990-4940-99EE-409CEBF7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2" name="Google Shape;662;p51">
            <a:extLst xmlns:a="http://schemas.openxmlformats.org/drawingml/2006/main">
              <a:ext uri="{FF2B5EF4-FFF2-40B4-BE49-F238E27FC236}">
                <a16:creationId xmlns:a16="http://schemas.microsoft.com/office/drawing/2014/main" id="{6E79462B-8EC9-4C7B-8DDE-A5873C14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3" name="Google Shape;663;p51">
            <a:extLst xmlns:a="http://schemas.openxmlformats.org/drawingml/2006/main">
              <a:ext uri="{FF2B5EF4-FFF2-40B4-BE49-F238E27FC236}">
                <a16:creationId xmlns:a16="http://schemas.microsoft.com/office/drawing/2014/main" id="{6804ADE7-7A40-422B-8561-BD33B64C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4" name="Google Shape;664;p51">
            <a:extLst xmlns:a="http://schemas.openxmlformats.org/drawingml/2006/main">
              <a:ext uri="{FF2B5EF4-FFF2-40B4-BE49-F238E27FC236}">
                <a16:creationId xmlns:a16="http://schemas.microsoft.com/office/drawing/2014/main" id="{0F6FCD2D-CC68-4A31-AF16-B0E3767C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5" name="Google Shape;665;p51">
            <a:extLst xmlns:a="http://schemas.openxmlformats.org/drawingml/2006/main">
              <a:ext uri="{FF2B5EF4-FFF2-40B4-BE49-F238E27FC236}">
                <a16:creationId xmlns:a16="http://schemas.microsoft.com/office/drawing/2014/main" id="{8822054E-347F-45D4-BB76-F74AF254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6" name="Google Shape;666;p51">
            <a:extLst xmlns:a="http://schemas.openxmlformats.org/drawingml/2006/main">
              <a:ext uri="{FF2B5EF4-FFF2-40B4-BE49-F238E27FC236}">
                <a16:creationId xmlns:a16="http://schemas.microsoft.com/office/drawing/2014/main" id="{E35FC40B-E264-42F4-91AD-E4CC0A1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7" name="Google Shape;667;p51">
            <a:extLst xmlns:a="http://schemas.openxmlformats.org/drawingml/2006/main">
              <a:ext uri="{FF2B5EF4-FFF2-40B4-BE49-F238E27FC236}">
                <a16:creationId xmlns:a16="http://schemas.microsoft.com/office/drawing/2014/main" id="{507FF0CD-B45D-4F44-A5FF-89D01FA9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8" name="Google Shape;668;p51">
            <a:extLst xmlns:a="http://schemas.openxmlformats.org/drawingml/2006/main">
              <a:ext uri="{FF2B5EF4-FFF2-40B4-BE49-F238E27FC236}">
                <a16:creationId xmlns:a16="http://schemas.microsoft.com/office/drawing/2014/main" id="{A7DF61EE-B717-40A2-98D6-D3A68D04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9" name="Google Shape;669;p51">
            <a:extLst xmlns:a="http://schemas.openxmlformats.org/drawingml/2006/main">
              <a:ext uri="{FF2B5EF4-FFF2-40B4-BE49-F238E27FC236}">
                <a16:creationId xmlns:a16="http://schemas.microsoft.com/office/drawing/2014/main" id="{B852ECAC-FFDC-4649-B486-0BDA3183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0" name="Google Shape;670;p51">
            <a:extLst xmlns:a="http://schemas.openxmlformats.org/drawingml/2006/main">
              <a:ext uri="{FF2B5EF4-FFF2-40B4-BE49-F238E27FC236}">
                <a16:creationId xmlns:a16="http://schemas.microsoft.com/office/drawing/2014/main" id="{12F64E51-4020-47FB-8FDE-C9DD0952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1" name="Google Shape;671;p51">
            <a:extLst xmlns:a="http://schemas.openxmlformats.org/drawingml/2006/main">
              <a:ext uri="{FF2B5EF4-FFF2-40B4-BE49-F238E27FC236}">
                <a16:creationId xmlns:a16="http://schemas.microsoft.com/office/drawing/2014/main" id="{7DA77A63-3CFC-4A79-9135-2A49F37C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2" name="Google Shape;672;p51">
            <a:extLst xmlns:a="http://schemas.openxmlformats.org/drawingml/2006/main">
              <a:ext uri="{FF2B5EF4-FFF2-40B4-BE49-F238E27FC236}">
                <a16:creationId xmlns:a16="http://schemas.microsoft.com/office/drawing/2014/main" id="{BA0C7783-3B08-468D-A5F0-2C0258F5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3" name="Google Shape;673;p51">
            <a:extLst xmlns:a="http://schemas.openxmlformats.org/drawingml/2006/main">
              <a:ext uri="{FF2B5EF4-FFF2-40B4-BE49-F238E27FC236}">
                <a16:creationId xmlns:a16="http://schemas.microsoft.com/office/drawing/2014/main" id="{030D3A79-9A38-406B-97ED-66B2D201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4" name="Google Shape;674;p51">
            <a:extLst xmlns:a="http://schemas.openxmlformats.org/drawingml/2006/main">
              <a:ext uri="{FF2B5EF4-FFF2-40B4-BE49-F238E27FC236}">
                <a16:creationId xmlns:a16="http://schemas.microsoft.com/office/drawing/2014/main" id="{C2919D02-276D-4AA9-BED8-AA1040C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5" name="Google Shape;675;p51">
            <a:extLst xmlns:a="http://schemas.openxmlformats.org/drawingml/2006/main">
              <a:ext uri="{FF2B5EF4-FFF2-40B4-BE49-F238E27FC236}">
                <a16:creationId xmlns:a16="http://schemas.microsoft.com/office/drawing/2014/main" id="{6C18F550-7121-4129-9041-686F4FCF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6" name="Google Shape;676;p51">
            <a:extLst xmlns:a="http://schemas.openxmlformats.org/drawingml/2006/main">
              <a:ext uri="{FF2B5EF4-FFF2-40B4-BE49-F238E27FC236}">
                <a16:creationId xmlns:a16="http://schemas.microsoft.com/office/drawing/2014/main" id="{38AAC38B-9C7A-4BA0-8399-4222BEE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7" name="Google Shape;677;p51">
            <a:extLst xmlns:a="http://schemas.openxmlformats.org/drawingml/2006/main">
              <a:ext uri="{FF2B5EF4-FFF2-40B4-BE49-F238E27FC236}">
                <a16:creationId xmlns:a16="http://schemas.microsoft.com/office/drawing/2014/main" id="{D6FB2DD4-F7D5-4356-87E5-0615D0A4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8" name="Google Shape;678;p51">
            <a:extLst xmlns:a="http://schemas.openxmlformats.org/drawingml/2006/main">
              <a:ext uri="{FF2B5EF4-FFF2-40B4-BE49-F238E27FC236}">
                <a16:creationId xmlns:a16="http://schemas.microsoft.com/office/drawing/2014/main" id="{746845DB-EC67-4264-BB77-970A680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9" name="Google Shape;679;p51">
            <a:extLst xmlns:a="http://schemas.openxmlformats.org/drawingml/2006/main">
              <a:ext uri="{FF2B5EF4-FFF2-40B4-BE49-F238E27FC236}">
                <a16:creationId xmlns:a16="http://schemas.microsoft.com/office/drawing/2014/main" id="{38B8E925-0004-4F49-AFE5-9F597D4E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0" name="Google Shape;680;p51">
            <a:extLst xmlns:a="http://schemas.openxmlformats.org/drawingml/2006/main">
              <a:ext uri="{FF2B5EF4-FFF2-40B4-BE49-F238E27FC236}">
                <a16:creationId xmlns:a16="http://schemas.microsoft.com/office/drawing/2014/main" id="{7BBE2FFF-8E96-47D1-935F-E1ACAF73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1" name="Google Shape;681;p51">
            <a:extLst xmlns:a="http://schemas.openxmlformats.org/drawingml/2006/main">
              <a:ext uri="{FF2B5EF4-FFF2-40B4-BE49-F238E27FC236}">
                <a16:creationId xmlns:a16="http://schemas.microsoft.com/office/drawing/2014/main" id="{C3FCCE32-AE1F-4B2A-9B67-A7B65EF0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2" name="Google Shape;682;p51">
            <a:extLst xmlns:a="http://schemas.openxmlformats.org/drawingml/2006/main">
              <a:ext uri="{FF2B5EF4-FFF2-40B4-BE49-F238E27FC236}">
                <a16:creationId xmlns:a16="http://schemas.microsoft.com/office/drawing/2014/main" id="{F07DF142-65ED-42ED-B231-D46D7B4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3" name="Google Shape;683;p51">
            <a:extLst xmlns:a="http://schemas.openxmlformats.org/drawingml/2006/main">
              <a:ext uri="{FF2B5EF4-FFF2-40B4-BE49-F238E27FC236}">
                <a16:creationId xmlns:a16="http://schemas.microsoft.com/office/drawing/2014/main" id="{E3B64B87-9F46-4E4F-A477-328349A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4" name="Google Shape;684;p51">
            <a:extLst xmlns:a="http://schemas.openxmlformats.org/drawingml/2006/main">
              <a:ext uri="{FF2B5EF4-FFF2-40B4-BE49-F238E27FC236}">
                <a16:creationId xmlns:a16="http://schemas.microsoft.com/office/drawing/2014/main" id="{CF321C2B-66EB-463C-9F23-46D0948A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5" name="Google Shape;685;p51">
            <a:extLst xmlns:a="http://schemas.openxmlformats.org/drawingml/2006/main">
              <a:ext uri="{FF2B5EF4-FFF2-40B4-BE49-F238E27FC236}">
                <a16:creationId xmlns:a16="http://schemas.microsoft.com/office/drawing/2014/main" id="{51B1B2CD-4AFD-4E70-BC1C-C05FA271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6" name="Google Shape;686;p51">
            <a:extLst xmlns:a="http://schemas.openxmlformats.org/drawingml/2006/main">
              <a:ext uri="{FF2B5EF4-FFF2-40B4-BE49-F238E27FC236}">
                <a16:creationId xmlns:a16="http://schemas.microsoft.com/office/drawing/2014/main" id="{F25DF9F3-93DB-477B-A736-E3CFF8B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7" name="Google Shape;687;p51">
            <a:extLst xmlns:a="http://schemas.openxmlformats.org/drawingml/2006/main">
              <a:ext uri="{FF2B5EF4-FFF2-40B4-BE49-F238E27FC236}">
                <a16:creationId xmlns:a16="http://schemas.microsoft.com/office/drawing/2014/main" id="{CE56C59B-8EB5-451E-972E-848D7CB1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8" name="Google Shape;688;p51">
            <a:extLst xmlns:a="http://schemas.openxmlformats.org/drawingml/2006/main">
              <a:ext uri="{FF2B5EF4-FFF2-40B4-BE49-F238E27FC236}">
                <a16:creationId xmlns:a16="http://schemas.microsoft.com/office/drawing/2014/main" id="{1AEC0D17-1C45-4F37-A3FF-097BA41F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9" name="Google Shape;689;p51">
            <a:extLst xmlns:a="http://schemas.openxmlformats.org/drawingml/2006/main">
              <a:ext uri="{FF2B5EF4-FFF2-40B4-BE49-F238E27FC236}">
                <a16:creationId xmlns:a16="http://schemas.microsoft.com/office/drawing/2014/main" id="{5E29CF70-B9A5-4E54-BF42-F903DFB7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0" name="Google Shape;690;p51">
            <a:extLst xmlns:a="http://schemas.openxmlformats.org/drawingml/2006/main">
              <a:ext uri="{FF2B5EF4-FFF2-40B4-BE49-F238E27FC236}">
                <a16:creationId xmlns:a16="http://schemas.microsoft.com/office/drawing/2014/main" id="{0E4285F3-9185-438C-8037-38D12CB6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1" name="Google Shape;691;p51">
            <a:extLst xmlns:a="http://schemas.openxmlformats.org/drawingml/2006/main">
              <a:ext uri="{FF2B5EF4-FFF2-40B4-BE49-F238E27FC236}">
                <a16:creationId xmlns:a16="http://schemas.microsoft.com/office/drawing/2014/main" id="{0FED391B-73E0-4C5E-8C9D-440A5862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2" name="Google Shape;692;p51">
            <a:extLst xmlns:a="http://schemas.openxmlformats.org/drawingml/2006/main">
              <a:ext uri="{FF2B5EF4-FFF2-40B4-BE49-F238E27FC236}">
                <a16:creationId xmlns:a16="http://schemas.microsoft.com/office/drawing/2014/main" id="{01C3FE11-2989-4357-8946-4401D1344C08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693" name="Google Shape;693;p51">
            <a:extLst xmlns:a="http://schemas.openxmlformats.org/drawingml/2006/main">
              <a:ext uri="{FF2B5EF4-FFF2-40B4-BE49-F238E27FC236}">
                <a16:creationId xmlns:a16="http://schemas.microsoft.com/office/drawing/2014/main" id="{09C2A161-DCB0-4025-8CA2-9DE5766D0D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694" name="Google Shape;694;p51">
            <a:extLst xmlns:a="http://schemas.openxmlformats.org/drawingml/2006/main">
              <a:ext uri="{FF2B5EF4-FFF2-40B4-BE49-F238E27FC236}">
                <a16:creationId xmlns:a16="http://schemas.microsoft.com/office/drawing/2014/main" id="{8205F33B-93C2-4CBD-8545-A6C7CCE7E85C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907" name="Google Shape;695;p5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d2a11155684a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8566" y="61645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4.xml><?xml version="1.0" encoding="utf-8"?>
<p:sldLayout xmlns:p="http://schemas.openxmlformats.org/presentationml/2006/main" matchingName="Interior quote three column">
  <p:cSld name="CUSTOM_4_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19" name="Google Shape;697;p5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0" name="Google Shape;698;p5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9" name="Google Shape;699;p52">
            <a:extLst xmlns:a="http://schemas.openxmlformats.org/drawingml/2006/main">
              <a:ext uri="{FF2B5EF4-FFF2-40B4-BE49-F238E27FC236}">
                <a16:creationId xmlns:a16="http://schemas.microsoft.com/office/drawing/2014/main" id="{F0FEBE3B-D55F-48DE-B9F6-1CCEF38B18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00" name="Google Shape;700;p52">
            <a:extLst xmlns:a="http://schemas.openxmlformats.org/drawingml/2006/main">
              <a:ext uri="{FF2B5EF4-FFF2-40B4-BE49-F238E27FC236}">
                <a16:creationId xmlns:a16="http://schemas.microsoft.com/office/drawing/2014/main" id="{1E0E08CE-C0E4-4D3F-B60C-BD2ACD2CAE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723" name="Google Shape;701;p52"/>
          <p:cNvCxnSpPr/>
          <p:nvPr/>
        </p:nvCxnSpPr>
        <p:spPr>
          <a:xfrm xmlns:a="http://schemas.openxmlformats.org/drawingml/2006/main">
            <a:off x="4307600" y="2776950"/>
            <a:ext cx="0" cy="2302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24" name="Google Shape;702;p52"/>
          <p:cNvCxnSpPr/>
          <p:nvPr/>
        </p:nvCxnSpPr>
        <p:spPr>
          <a:xfrm xmlns:a="http://schemas.openxmlformats.org/drawingml/2006/main">
            <a:off x="7890550" y="2776950"/>
            <a:ext cx="0" cy="2302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03" name="Google Shape;703;p52">
            <a:extLst xmlns:a="http://schemas.openxmlformats.org/drawingml/2006/main">
              <a:ext uri="{FF2B5EF4-FFF2-40B4-BE49-F238E27FC236}">
                <a16:creationId xmlns:a16="http://schemas.microsoft.com/office/drawing/2014/main" id="{4A549362-8037-4095-8096-EB903113150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140925" y="4681050"/>
            <a:ext cx="27504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704" name="Google Shape;704;p52">
            <a:extLst xmlns:a="http://schemas.openxmlformats.org/drawingml/2006/main">
              <a:ext uri="{FF2B5EF4-FFF2-40B4-BE49-F238E27FC236}">
                <a16:creationId xmlns:a16="http://schemas.microsoft.com/office/drawing/2014/main" id="{2E397D4E-B72A-4557-BC48-81E9E29C215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140925" y="2813710"/>
            <a:ext cx="2750400" cy="15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05" name="Google Shape;705;p52">
            <a:extLst xmlns:a="http://schemas.openxmlformats.org/drawingml/2006/main">
              <a:ext uri="{FF2B5EF4-FFF2-40B4-BE49-F238E27FC236}">
                <a16:creationId xmlns:a16="http://schemas.microsoft.com/office/drawing/2014/main" id="{A7206C5E-CD60-4B80-8C64-8B3B4FC7059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723875" y="2813710"/>
            <a:ext cx="2750400" cy="15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06" name="Google Shape;706;p52">
            <a:extLst xmlns:a="http://schemas.openxmlformats.org/drawingml/2006/main">
              <a:ext uri="{FF2B5EF4-FFF2-40B4-BE49-F238E27FC236}">
                <a16:creationId xmlns:a16="http://schemas.microsoft.com/office/drawing/2014/main" id="{74333570-B392-48D7-A85D-01E2A8DA9E4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306825" y="2813710"/>
            <a:ext cx="2750400" cy="15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07" name="Google Shape;707;p52">
            <a:extLst xmlns:a="http://schemas.openxmlformats.org/drawingml/2006/main">
              <a:ext uri="{FF2B5EF4-FFF2-40B4-BE49-F238E27FC236}">
                <a16:creationId xmlns:a16="http://schemas.microsoft.com/office/drawing/2014/main" id="{47822EF0-31CD-4ABB-9BCA-52A2FFF2925F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720800" y="4681050"/>
            <a:ext cx="27504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708" name="Google Shape;708;p52">
            <a:extLst xmlns:a="http://schemas.openxmlformats.org/drawingml/2006/main">
              <a:ext uri="{FF2B5EF4-FFF2-40B4-BE49-F238E27FC236}">
                <a16:creationId xmlns:a16="http://schemas.microsoft.com/office/drawing/2014/main" id="{9E954178-3DBF-4D84-BE30-9DEB839628D5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306825" y="4681050"/>
            <a:ext cx="27504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pic>
        <p:nvPicPr>
          <p:cNvPr id="731" name="Google Shape;709;p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1f35e375f64b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4805" y="2217196"/>
            <a:ext cx="553219" cy="553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2" name="Google Shape;710;p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1f35e375f64b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7759" y="2217196"/>
            <a:ext cx="553219" cy="553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3" name="Google Shape;711;p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1f35e375f64b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10712" y="2217196"/>
            <a:ext cx="553219" cy="553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12" name="Google Shape;712;p52">
            <a:extLst xmlns:a="http://schemas.openxmlformats.org/drawingml/2006/main">
              <a:ext uri="{FF2B5EF4-FFF2-40B4-BE49-F238E27FC236}">
                <a16:creationId xmlns:a16="http://schemas.microsoft.com/office/drawing/2014/main" id="{931B758A-3085-4F38-B24B-B87ABB7BBFC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13" name="Google Shape;713;p52">
            <a:extLst xmlns:a="http://schemas.openxmlformats.org/drawingml/2006/main">
              <a:ext uri="{FF2B5EF4-FFF2-40B4-BE49-F238E27FC236}">
                <a16:creationId xmlns:a16="http://schemas.microsoft.com/office/drawing/2014/main" id="{7F98AF60-DC0C-4B32-8EC7-1A6B9488C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714" name="Google Shape;714;p52">
            <a:extLst xmlns:a="http://schemas.openxmlformats.org/drawingml/2006/main">
              <a:ext uri="{FF2B5EF4-FFF2-40B4-BE49-F238E27FC236}">
                <a16:creationId xmlns:a16="http://schemas.microsoft.com/office/drawing/2014/main" id="{4086858C-6888-4A6C-B96A-E4631E8743A2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737" name="Google Shape;715;p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8a2a641ff04b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019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5.xml><?xml version="1.0" encoding="utf-8"?>
<p:sldLayout xmlns:p="http://schemas.openxmlformats.org/presentationml/2006/main" matchingName="Interior quote two column">
  <p:cSld name="CUSTOM_4_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34" name="Google Shape;717;p53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5" name="Google Shape;718;p53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9" name="Google Shape;719;p53">
            <a:extLst xmlns:a="http://schemas.openxmlformats.org/drawingml/2006/main">
              <a:ext uri="{FF2B5EF4-FFF2-40B4-BE49-F238E27FC236}">
                <a16:creationId xmlns:a16="http://schemas.microsoft.com/office/drawing/2014/main" id="{803FD5CE-3F80-4A57-82E2-26B7F85926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20" name="Google Shape;720;p53">
            <a:extLst xmlns:a="http://schemas.openxmlformats.org/drawingml/2006/main">
              <a:ext uri="{FF2B5EF4-FFF2-40B4-BE49-F238E27FC236}">
                <a16:creationId xmlns:a16="http://schemas.microsoft.com/office/drawing/2014/main" id="{DDD95D74-680B-47B4-A449-D07D952318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738" name="Google Shape;721;p53"/>
          <p:cNvCxnSpPr/>
          <p:nvPr/>
        </p:nvCxnSpPr>
        <p:spPr>
          <a:xfrm xmlns:a="http://schemas.openxmlformats.org/drawingml/2006/main">
            <a:off x="6098909" y="2796200"/>
            <a:ext cx="0" cy="2923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22" name="Google Shape;722;p53">
            <a:extLst xmlns:a="http://schemas.openxmlformats.org/drawingml/2006/main">
              <a:ext uri="{FF2B5EF4-FFF2-40B4-BE49-F238E27FC236}">
                <a16:creationId xmlns:a16="http://schemas.microsoft.com/office/drawing/2014/main" id="{C2FC0038-424B-4C0A-B9E8-41E929EF0F3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343125" y="5036725"/>
            <a:ext cx="43980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723" name="Google Shape;723;p53">
            <a:extLst xmlns:a="http://schemas.openxmlformats.org/drawingml/2006/main">
              <a:ext uri="{FF2B5EF4-FFF2-40B4-BE49-F238E27FC236}">
                <a16:creationId xmlns:a16="http://schemas.microsoft.com/office/drawing/2014/main" id="{F9BE7F70-5A34-41DC-BCED-2B38D3ACC8A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343125" y="2848100"/>
            <a:ext cx="4398000" cy="186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724" name="Google Shape;724;p53">
            <a:extLst xmlns:a="http://schemas.openxmlformats.org/drawingml/2006/main">
              <a:ext uri="{FF2B5EF4-FFF2-40B4-BE49-F238E27FC236}">
                <a16:creationId xmlns:a16="http://schemas.microsoft.com/office/drawing/2014/main" id="{BD2A5157-1295-4329-9CB6-41546B60C29F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529325" y="5036725"/>
            <a:ext cx="43980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725" name="Google Shape;725;p53">
            <a:extLst xmlns:a="http://schemas.openxmlformats.org/drawingml/2006/main">
              <a:ext uri="{FF2B5EF4-FFF2-40B4-BE49-F238E27FC236}">
                <a16:creationId xmlns:a16="http://schemas.microsoft.com/office/drawing/2014/main" id="{90CB3E48-D19F-496F-9133-BE93A6DA2F8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529325" y="2848100"/>
            <a:ext cx="4398000" cy="186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743" name="Google Shape;726;p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064c5bcf6647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7082" y="2044890"/>
            <a:ext cx="731700" cy="7316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44" name="Google Shape;727;p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064c5bcf6647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13282" y="2044890"/>
            <a:ext cx="731700" cy="7316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28" name="Google Shape;728;p53">
            <a:extLst xmlns:a="http://schemas.openxmlformats.org/drawingml/2006/main">
              <a:ext uri="{FF2B5EF4-FFF2-40B4-BE49-F238E27FC236}">
                <a16:creationId xmlns:a16="http://schemas.microsoft.com/office/drawing/2014/main" id="{037212CD-F843-45D8-812C-0C7D3D90A15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29" name="Google Shape;729;p53">
            <a:extLst xmlns:a="http://schemas.openxmlformats.org/drawingml/2006/main">
              <a:ext uri="{FF2B5EF4-FFF2-40B4-BE49-F238E27FC236}">
                <a16:creationId xmlns:a16="http://schemas.microsoft.com/office/drawing/2014/main" id="{2169EA4A-2117-41B3-B195-6D9180D3A4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730" name="Google Shape;730;p53">
            <a:extLst xmlns:a="http://schemas.openxmlformats.org/drawingml/2006/main">
              <a:ext uri="{FF2B5EF4-FFF2-40B4-BE49-F238E27FC236}">
                <a16:creationId xmlns:a16="http://schemas.microsoft.com/office/drawing/2014/main" id="{D3044791-A6D8-4B06-B810-FCF5981A8F38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748" name="Google Shape;731;p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6084ef4a734e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1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6.xml><?xml version="1.0" encoding="utf-8"?>
<p:sldLayout xmlns:p="http://schemas.openxmlformats.org/presentationml/2006/main" matchingName="Interior quote large">
  <p:cSld name="CUSTOM_4_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3" name="Google Shape;733;p54">
            <a:extLst xmlns:a="http://schemas.openxmlformats.org/drawingml/2006/main">
              <a:ext uri="{FF2B5EF4-FFF2-40B4-BE49-F238E27FC236}">
                <a16:creationId xmlns:a16="http://schemas.microsoft.com/office/drawing/2014/main" id="{94ED71E3-3E47-4DA0-80EF-234DDDA9D0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743" name="Google Shape;734;p5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4" name="Google Shape;735;p5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6" name="Google Shape;736;p54">
            <a:extLst xmlns:a="http://schemas.openxmlformats.org/drawingml/2006/main">
              <a:ext uri="{FF2B5EF4-FFF2-40B4-BE49-F238E27FC236}">
                <a16:creationId xmlns:a16="http://schemas.microsoft.com/office/drawing/2014/main" id="{84320245-7FD7-4F8A-981F-395098C81F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37" name="Google Shape;737;p54">
            <a:extLst xmlns:a="http://schemas.openxmlformats.org/drawingml/2006/main">
              <a:ext uri="{FF2B5EF4-FFF2-40B4-BE49-F238E27FC236}">
                <a16:creationId xmlns:a16="http://schemas.microsoft.com/office/drawing/2014/main" id="{A8B399A9-6854-45A8-9A09-783C0D35683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38" name="Google Shape;738;p54">
            <a:extLst xmlns:a="http://schemas.openxmlformats.org/drawingml/2006/main">
              <a:ext uri="{FF2B5EF4-FFF2-40B4-BE49-F238E27FC236}">
                <a16:creationId xmlns:a16="http://schemas.microsoft.com/office/drawing/2014/main" id="{91FBB162-3846-44F5-98D5-63DC5CDC5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65550" y="1455375"/>
            <a:ext cx="6724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739" name="Google Shape;739;p54">
            <a:extLst xmlns:a="http://schemas.openxmlformats.org/drawingml/2006/main">
              <a:ext uri="{FF2B5EF4-FFF2-40B4-BE49-F238E27FC236}">
                <a16:creationId xmlns:a16="http://schemas.microsoft.com/office/drawing/2014/main" id="{FD20D6FC-3B86-403A-A4FB-0FF85544419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65600" y="5036725"/>
            <a:ext cx="40977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pic>
        <p:nvPicPr>
          <p:cNvPr id="749" name="Google Shape;740;p5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0edf441ae84f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19450" y="1298452"/>
            <a:ext cx="731700" cy="7316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50" name="Google Shape;741;p5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37f3a2110b4e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16" y="6177738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7.xml><?xml version="1.0" encoding="utf-8"?>
<p:sldLayout xmlns:p="http://schemas.openxmlformats.org/presentationml/2006/main" matchingName="Interior two by two">
  <p:cSld name="CUSTOM_4_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9" name="Google Shape;743;p55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0" name="Google Shape;744;p55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5" name="Google Shape;745;p55">
            <a:extLst xmlns:a="http://schemas.openxmlformats.org/drawingml/2006/main">
              <a:ext uri="{FF2B5EF4-FFF2-40B4-BE49-F238E27FC236}">
                <a16:creationId xmlns:a16="http://schemas.microsoft.com/office/drawing/2014/main" id="{A290DB0A-10D5-4F0A-8BD9-1EB55CEF37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46" name="Google Shape;746;p55">
            <a:extLst xmlns:a="http://schemas.openxmlformats.org/drawingml/2006/main">
              <a:ext uri="{FF2B5EF4-FFF2-40B4-BE49-F238E27FC236}">
                <a16:creationId xmlns:a16="http://schemas.microsoft.com/office/drawing/2014/main" id="{D9CBD13C-11B6-41EE-AF1E-546BC70389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47" name="Google Shape;747;p55">
            <a:extLst xmlns:a="http://schemas.openxmlformats.org/drawingml/2006/main">
              <a:ext uri="{FF2B5EF4-FFF2-40B4-BE49-F238E27FC236}">
                <a16:creationId xmlns:a16="http://schemas.microsoft.com/office/drawing/2014/main" id="{FA9C40A2-E5AF-4BA8-A01D-973809BF6AF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6855088" y="2788100"/>
            <a:ext cx="35121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48" name="Google Shape;748;p55">
            <a:extLst xmlns:a="http://schemas.openxmlformats.org/drawingml/2006/main">
              <a:ext uri="{FF2B5EF4-FFF2-40B4-BE49-F238E27FC236}">
                <a16:creationId xmlns:a16="http://schemas.microsoft.com/office/drawing/2014/main" id="{4FCEC4B5-DFD5-4F4F-A51D-EEF36F505F7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5081" y="2352950"/>
            <a:ext cx="35121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49" name="Google Shape;749;p55">
            <a:extLst xmlns:a="http://schemas.openxmlformats.org/drawingml/2006/main">
              <a:ext uri="{FF2B5EF4-FFF2-40B4-BE49-F238E27FC236}">
                <a16:creationId xmlns:a16="http://schemas.microsoft.com/office/drawing/2014/main" id="{CEDDC0D3-9D8F-4F6E-8E7C-8BE53F52871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855088" y="4434375"/>
            <a:ext cx="35121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50" name="Google Shape;750;p55">
            <a:extLst xmlns:a="http://schemas.openxmlformats.org/drawingml/2006/main">
              <a:ext uri="{FF2B5EF4-FFF2-40B4-BE49-F238E27FC236}">
                <a16:creationId xmlns:a16="http://schemas.microsoft.com/office/drawing/2014/main" id="{2DF3B19A-CFE5-4DC5-9450-C0474B332A6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855081" y="3999225"/>
            <a:ext cx="35121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51" name="Google Shape;751;p55">
            <a:extLst xmlns:a="http://schemas.openxmlformats.org/drawingml/2006/main">
              <a:ext uri="{FF2B5EF4-FFF2-40B4-BE49-F238E27FC236}">
                <a16:creationId xmlns:a16="http://schemas.microsoft.com/office/drawing/2014/main" id="{F6C348C4-3822-44F8-A51C-0573CEF0FA52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2084625" y="2788100"/>
            <a:ext cx="35121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52" name="Google Shape;752;p55">
            <a:extLst xmlns:a="http://schemas.openxmlformats.org/drawingml/2006/main">
              <a:ext uri="{FF2B5EF4-FFF2-40B4-BE49-F238E27FC236}">
                <a16:creationId xmlns:a16="http://schemas.microsoft.com/office/drawing/2014/main" id="{8B00EB68-48D2-4D3B-A4DC-7F925E3F0F27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2084600" y="2352950"/>
            <a:ext cx="35121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53" name="Google Shape;753;p55">
            <a:extLst xmlns:a="http://schemas.openxmlformats.org/drawingml/2006/main">
              <a:ext uri="{FF2B5EF4-FFF2-40B4-BE49-F238E27FC236}">
                <a16:creationId xmlns:a16="http://schemas.microsoft.com/office/drawing/2014/main" id="{325E8BBD-00CC-470D-8B5B-A9CE4BFCCED7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2084625" y="4434375"/>
            <a:ext cx="35121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54" name="Google Shape;754;p55">
            <a:extLst xmlns:a="http://schemas.openxmlformats.org/drawingml/2006/main">
              <a:ext uri="{FF2B5EF4-FFF2-40B4-BE49-F238E27FC236}">
                <a16:creationId xmlns:a16="http://schemas.microsoft.com/office/drawing/2014/main" id="{7E0498EC-8BEC-4C23-988B-86F2BE2CFE8C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2084600" y="3999225"/>
            <a:ext cx="35121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55" name="Google Shape;755;p55">
            <a:extLst xmlns:a="http://schemas.openxmlformats.org/drawingml/2006/main">
              <a:ext uri="{FF2B5EF4-FFF2-40B4-BE49-F238E27FC236}">
                <a16:creationId xmlns:a16="http://schemas.microsoft.com/office/drawing/2014/main" id="{B63A5945-48D3-4920-9CAD-59E24F3468F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56" name="Google Shape;756;p55">
            <a:extLst xmlns:a="http://schemas.openxmlformats.org/drawingml/2006/main">
              <a:ext uri="{FF2B5EF4-FFF2-40B4-BE49-F238E27FC236}">
                <a16:creationId xmlns:a16="http://schemas.microsoft.com/office/drawing/2014/main" id="{A188C55E-650A-4F22-B8EE-3FF5272A1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757" name="Google Shape;757;p55">
            <a:extLst xmlns:a="http://schemas.openxmlformats.org/drawingml/2006/main">
              <a:ext uri="{FF2B5EF4-FFF2-40B4-BE49-F238E27FC236}">
                <a16:creationId xmlns:a16="http://schemas.microsoft.com/office/drawing/2014/main" id="{D4C6AD25-F7DE-4ADF-A228-A58AE703A3A5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774" name="Google Shape;758;p5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e057ecb65642c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8.xml><?xml version="1.0" encoding="utf-8"?>
<p:sldLayout xmlns:p="http://schemas.openxmlformats.org/presentationml/2006/main" matchingName="Interior four column">
  <p:cSld name="CUSTOM_4_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79" name="Google Shape;760;p56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0" name="Google Shape;761;p56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2" name="Google Shape;762;p56">
            <a:extLst xmlns:a="http://schemas.openxmlformats.org/drawingml/2006/main">
              <a:ext uri="{FF2B5EF4-FFF2-40B4-BE49-F238E27FC236}">
                <a16:creationId xmlns:a16="http://schemas.microsoft.com/office/drawing/2014/main" id="{8AD9B4CE-8370-43CE-918E-59B46834A8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63" name="Google Shape;763;p56">
            <a:extLst xmlns:a="http://schemas.openxmlformats.org/drawingml/2006/main">
              <a:ext uri="{FF2B5EF4-FFF2-40B4-BE49-F238E27FC236}">
                <a16:creationId xmlns:a16="http://schemas.microsoft.com/office/drawing/2014/main" id="{540A9321-F2FE-48D4-A526-0A198D035B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783" name="Google Shape;764;p56"/>
          <p:cNvCxnSpPr/>
          <p:nvPr/>
        </p:nvCxnSpPr>
        <p:spPr>
          <a:xfrm xmlns:a="http://schemas.openxmlformats.org/drawingml/2006/main">
            <a:off x="3416583" y="3678000"/>
            <a:ext cx="0" cy="152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84" name="Google Shape;765;p56"/>
          <p:cNvCxnSpPr/>
          <p:nvPr/>
        </p:nvCxnSpPr>
        <p:spPr>
          <a:xfrm xmlns:a="http://schemas.openxmlformats.org/drawingml/2006/main">
            <a:off x="6096100" y="3678000"/>
            <a:ext cx="0" cy="152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85" name="Google Shape;766;p56"/>
          <p:cNvCxnSpPr/>
          <p:nvPr/>
        </p:nvCxnSpPr>
        <p:spPr>
          <a:xfrm xmlns:a="http://schemas.openxmlformats.org/drawingml/2006/main">
            <a:off x="8775617" y="3678000"/>
            <a:ext cx="0" cy="152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7" name="Google Shape;767;p56">
            <a:extLst xmlns:a="http://schemas.openxmlformats.org/drawingml/2006/main">
              <a:ext uri="{FF2B5EF4-FFF2-40B4-BE49-F238E27FC236}">
                <a16:creationId xmlns:a16="http://schemas.microsoft.com/office/drawing/2014/main" id="{A00146E4-7788-4767-93E0-9DF83D10D0D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75" y="4059500"/>
            <a:ext cx="23835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68" name="Google Shape;768;p56">
            <a:extLst xmlns:a="http://schemas.openxmlformats.org/drawingml/2006/main">
              <a:ext uri="{FF2B5EF4-FFF2-40B4-BE49-F238E27FC236}">
                <a16:creationId xmlns:a16="http://schemas.microsoft.com/office/drawing/2014/main" id="{8B471B18-BB02-41A3-853F-02AD97486DE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050" y="3624350"/>
            <a:ext cx="23835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69" name="Google Shape;769;p56">
            <a:extLst xmlns:a="http://schemas.openxmlformats.org/drawingml/2006/main">
              <a:ext uri="{FF2B5EF4-FFF2-40B4-BE49-F238E27FC236}">
                <a16:creationId xmlns:a16="http://schemas.microsoft.com/office/drawing/2014/main" id="{6672C94D-6092-40A0-8323-546D27DA874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923625" y="4059500"/>
            <a:ext cx="23835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70" name="Google Shape;770;p56">
            <a:extLst xmlns:a="http://schemas.openxmlformats.org/drawingml/2006/main">
              <a:ext uri="{FF2B5EF4-FFF2-40B4-BE49-F238E27FC236}">
                <a16:creationId xmlns:a16="http://schemas.microsoft.com/office/drawing/2014/main" id="{07998060-2CD7-4E5E-8D22-242775AADA0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923600" y="3624350"/>
            <a:ext cx="23835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71" name="Google Shape;771;p56">
            <a:extLst xmlns:a="http://schemas.openxmlformats.org/drawingml/2006/main">
              <a:ext uri="{FF2B5EF4-FFF2-40B4-BE49-F238E27FC236}">
                <a16:creationId xmlns:a16="http://schemas.microsoft.com/office/drawing/2014/main" id="{1124A147-B6B6-4CE2-86E3-F38395EBC78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244108" y="4059500"/>
            <a:ext cx="23835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72" name="Google Shape;772;p56">
            <a:extLst xmlns:a="http://schemas.openxmlformats.org/drawingml/2006/main">
              <a:ext uri="{FF2B5EF4-FFF2-40B4-BE49-F238E27FC236}">
                <a16:creationId xmlns:a16="http://schemas.microsoft.com/office/drawing/2014/main" id="{D1321AEB-0F4C-434B-BD28-4EB078CA419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6244083" y="3624350"/>
            <a:ext cx="23835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73" name="Google Shape;773;p56">
            <a:extLst xmlns:a="http://schemas.openxmlformats.org/drawingml/2006/main">
              <a:ext uri="{FF2B5EF4-FFF2-40B4-BE49-F238E27FC236}">
                <a16:creationId xmlns:a16="http://schemas.microsoft.com/office/drawing/2014/main" id="{DED20CAA-76E2-4B10-AE4E-04CA962854B6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564592" y="4059500"/>
            <a:ext cx="23835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74" name="Google Shape;774;p56">
            <a:extLst xmlns:a="http://schemas.openxmlformats.org/drawingml/2006/main">
              <a:ext uri="{FF2B5EF4-FFF2-40B4-BE49-F238E27FC236}">
                <a16:creationId xmlns:a16="http://schemas.microsoft.com/office/drawing/2014/main" id="{6AD7F1F5-38E0-4C76-91C0-44A517CD8DDE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3564567" y="3624350"/>
            <a:ext cx="23835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75" name="Google Shape;775;p56">
            <a:extLst xmlns:a="http://schemas.openxmlformats.org/drawingml/2006/main">
              <a:ext uri="{FF2B5EF4-FFF2-40B4-BE49-F238E27FC236}">
                <a16:creationId xmlns:a16="http://schemas.microsoft.com/office/drawing/2014/main" id="{D6E2CBFF-FE3D-43DF-A007-DB8F6D519627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76" name="Google Shape;776;p56">
            <a:extLst xmlns:a="http://schemas.openxmlformats.org/drawingml/2006/main">
              <a:ext uri="{FF2B5EF4-FFF2-40B4-BE49-F238E27FC236}">
                <a16:creationId xmlns:a16="http://schemas.microsoft.com/office/drawing/2014/main" id="{9057FD92-CECC-4506-B66E-04F404E48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777" name="Google Shape;777;p56">
            <a:extLst xmlns:a="http://schemas.openxmlformats.org/drawingml/2006/main">
              <a:ext uri="{FF2B5EF4-FFF2-40B4-BE49-F238E27FC236}">
                <a16:creationId xmlns:a16="http://schemas.microsoft.com/office/drawing/2014/main" id="{7F5FC2EA-56EF-48E0-B388-2A749E029483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797" name="Google Shape;778;p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4f6ee41d644c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9.xml><?xml version="1.0" encoding="utf-8"?>
<p:sldLayout xmlns:p="http://schemas.openxmlformats.org/presentationml/2006/main" matchingName="Interior title left">
  <p:cSld name="CUSTOM_4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0" name="Google Shape;780;p57">
            <a:extLst xmlns:a="http://schemas.openxmlformats.org/drawingml/2006/main">
              <a:ext uri="{FF2B5EF4-FFF2-40B4-BE49-F238E27FC236}">
                <a16:creationId xmlns:a16="http://schemas.microsoft.com/office/drawing/2014/main" id="{AC23ADF4-AC28-4899-8AEA-473871BA1D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3358700"/>
            <a:ext cx="3291900" cy="198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81" name="Google Shape;781;p57">
            <a:extLst xmlns:a="http://schemas.openxmlformats.org/drawingml/2006/main">
              <a:ext uri="{FF2B5EF4-FFF2-40B4-BE49-F238E27FC236}">
                <a16:creationId xmlns:a16="http://schemas.microsoft.com/office/drawing/2014/main" id="{B93B8778-2432-4D53-B01A-4A07B46FC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240700"/>
            <a:ext cx="4114800" cy="198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782" name="Google Shape;782;p57">
            <a:extLst xmlns:a="http://schemas.openxmlformats.org/drawingml/2006/main">
              <a:ext uri="{FF2B5EF4-FFF2-40B4-BE49-F238E27FC236}">
                <a16:creationId xmlns:a16="http://schemas.microsoft.com/office/drawing/2014/main" id="{0A57CA72-C195-4DEC-9D7F-BF4C25C0EE1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797" name="Google Shape;783;p5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8" name="Google Shape;784;p5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5" name="Google Shape;785;p57">
            <a:extLst xmlns:a="http://schemas.openxmlformats.org/drawingml/2006/main">
              <a:ext uri="{FF2B5EF4-FFF2-40B4-BE49-F238E27FC236}">
                <a16:creationId xmlns:a16="http://schemas.microsoft.com/office/drawing/2014/main" id="{FFA69C9C-4775-44F6-918D-705EFD6CCC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86" name="Google Shape;786;p57">
            <a:extLst xmlns:a="http://schemas.openxmlformats.org/drawingml/2006/main">
              <a:ext uri="{FF2B5EF4-FFF2-40B4-BE49-F238E27FC236}">
                <a16:creationId xmlns:a16="http://schemas.microsoft.com/office/drawing/2014/main" id="{D2222A4F-7A90-4A82-8527-ACEFCB80D91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87" name="Google Shape;787;p57">
            <a:extLst xmlns:a="http://schemas.openxmlformats.org/drawingml/2006/main">
              <a:ext uri="{FF2B5EF4-FFF2-40B4-BE49-F238E27FC236}">
                <a16:creationId xmlns:a16="http://schemas.microsoft.com/office/drawing/2014/main" id="{58219FA5-A453-4F06-97D2-E1070DE1F8F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857350" y="1644050"/>
            <a:ext cx="4660800" cy="8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88" name="Google Shape;788;p57">
            <a:extLst xmlns:a="http://schemas.openxmlformats.org/drawingml/2006/main">
              <a:ext uri="{FF2B5EF4-FFF2-40B4-BE49-F238E27FC236}">
                <a16:creationId xmlns:a16="http://schemas.microsoft.com/office/drawing/2014/main" id="{830E4040-B066-4EB2-BCB5-D8CC06833C3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857350" y="1240700"/>
            <a:ext cx="46608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89" name="Google Shape;789;p57">
            <a:extLst xmlns:a="http://schemas.openxmlformats.org/drawingml/2006/main">
              <a:ext uri="{FF2B5EF4-FFF2-40B4-BE49-F238E27FC236}">
                <a16:creationId xmlns:a16="http://schemas.microsoft.com/office/drawing/2014/main" id="{4378C23E-670B-466E-88B4-E71962BA668B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857350" y="3164125"/>
            <a:ext cx="4660800" cy="8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90" name="Google Shape;790;p57">
            <a:extLst xmlns:a="http://schemas.openxmlformats.org/drawingml/2006/main">
              <a:ext uri="{FF2B5EF4-FFF2-40B4-BE49-F238E27FC236}">
                <a16:creationId xmlns:a16="http://schemas.microsoft.com/office/drawing/2014/main" id="{12710F69-A9BA-4613-A279-BCC99C2F027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6857350" y="2760775"/>
            <a:ext cx="46608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791" name="Google Shape;791;p57">
            <a:extLst xmlns:a="http://schemas.openxmlformats.org/drawingml/2006/main">
              <a:ext uri="{FF2B5EF4-FFF2-40B4-BE49-F238E27FC236}">
                <a16:creationId xmlns:a16="http://schemas.microsoft.com/office/drawing/2014/main" id="{9C78BB1B-C78C-42A8-99B5-7C062C95F231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857350" y="4684200"/>
            <a:ext cx="4660800" cy="8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92" name="Google Shape;792;p57">
            <a:extLst xmlns:a="http://schemas.openxmlformats.org/drawingml/2006/main">
              <a:ext uri="{FF2B5EF4-FFF2-40B4-BE49-F238E27FC236}">
                <a16:creationId xmlns:a16="http://schemas.microsoft.com/office/drawing/2014/main" id="{4111BCC2-FE39-4A8D-8471-3F7FEAC00D7B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857350" y="4280850"/>
            <a:ext cx="46608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pic>
        <p:nvPicPr>
          <p:cNvPr id="807" name="Google Shape;793;p5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eef8500b374e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0.xml><?xml version="1.0" encoding="utf-8"?>
<p:sldLayout xmlns:p="http://schemas.openxmlformats.org/presentationml/2006/main" matchingName="Interior image left">
  <p:cSld name="CUSTOM_4_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04" name="Google Shape;795;p58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5" name="Google Shape;796;p58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7" name="Google Shape;797;p58">
            <a:extLst xmlns:a="http://schemas.openxmlformats.org/drawingml/2006/main">
              <a:ext uri="{FF2B5EF4-FFF2-40B4-BE49-F238E27FC236}">
                <a16:creationId xmlns:a16="http://schemas.microsoft.com/office/drawing/2014/main" id="{246487C6-2B6E-4C96-952A-13F0B6BFCA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98" name="Google Shape;798;p58">
            <a:extLst xmlns:a="http://schemas.openxmlformats.org/drawingml/2006/main">
              <a:ext uri="{FF2B5EF4-FFF2-40B4-BE49-F238E27FC236}">
                <a16:creationId xmlns:a16="http://schemas.microsoft.com/office/drawing/2014/main" id="{AFF4FBF5-3F5C-4CD9-958A-7245751166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99" name="Google Shape;799;p58">
            <a:extLst xmlns:a="http://schemas.openxmlformats.org/drawingml/2006/main">
              <a:ext uri="{FF2B5EF4-FFF2-40B4-BE49-F238E27FC236}">
                <a16:creationId xmlns:a16="http://schemas.microsoft.com/office/drawing/2014/main" id="{9FE0D97F-3B33-452C-9036-DB510A1DE81B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62075" y="2539250"/>
            <a:ext cx="5486400" cy="316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800" name="Google Shape;800;p58">
            <a:extLst xmlns:a="http://schemas.openxmlformats.org/drawingml/2006/main">
              <a:ext uri="{FF2B5EF4-FFF2-40B4-BE49-F238E27FC236}">
                <a16:creationId xmlns:a16="http://schemas.microsoft.com/office/drawing/2014/main" id="{A7258F14-AB0F-41BB-9A19-1DCCA1D84AD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801" name="Google Shape;801;p58">
            <a:extLst xmlns:a="http://schemas.openxmlformats.org/drawingml/2006/main">
              <a:ext uri="{FF2B5EF4-FFF2-40B4-BE49-F238E27FC236}">
                <a16:creationId xmlns:a16="http://schemas.microsoft.com/office/drawing/2014/main" id="{7FE5676A-4E8A-4BD4-ABAD-85D71869A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802" name="Google Shape;802;p58">
            <a:extLst xmlns:a="http://schemas.openxmlformats.org/drawingml/2006/main">
              <a:ext uri="{FF2B5EF4-FFF2-40B4-BE49-F238E27FC236}">
                <a16:creationId xmlns:a16="http://schemas.microsoft.com/office/drawing/2014/main" id="{E1D9B60F-6FD1-49CD-ABF7-40C2A5DB6F1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812" name="Google Shape;803;p5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3b79d85bea43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0191" y="6093413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1.xml><?xml version="1.0" encoding="utf-8"?>
<p:sldLayout xmlns:p="http://schemas.openxmlformats.org/presentationml/2006/main" matchingName="Interior large text alt1">
  <p:cSld name="CUSTOM_4_2_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14" name="Google Shape;805;p59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5" name="Google Shape;806;p5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7" name="Google Shape;807;p59">
            <a:extLst xmlns:a="http://schemas.openxmlformats.org/drawingml/2006/main">
              <a:ext uri="{FF2B5EF4-FFF2-40B4-BE49-F238E27FC236}">
                <a16:creationId xmlns:a16="http://schemas.microsoft.com/office/drawing/2014/main" id="{E3C82E38-5500-49A6-8A91-0E3AE25727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08" name="Google Shape;808;p59">
            <a:extLst xmlns:a="http://schemas.openxmlformats.org/drawingml/2006/main">
              <a:ext uri="{FF2B5EF4-FFF2-40B4-BE49-F238E27FC236}">
                <a16:creationId xmlns:a16="http://schemas.microsoft.com/office/drawing/2014/main" id="{E4A33FF3-135C-4B20-A3C0-141D2C5985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09" name="Google Shape;809;p59">
            <a:extLst xmlns:a="http://schemas.openxmlformats.org/drawingml/2006/main">
              <a:ext uri="{FF2B5EF4-FFF2-40B4-BE49-F238E27FC236}">
                <a16:creationId xmlns:a16="http://schemas.microsoft.com/office/drawing/2014/main" id="{622B0F8A-A209-4D5C-927F-74D72957807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7850" y="2416425"/>
            <a:ext cx="8044800" cy="130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10" name="Google Shape;810;p59">
            <a:extLst xmlns:a="http://schemas.openxmlformats.org/drawingml/2006/main">
              <a:ext uri="{FF2B5EF4-FFF2-40B4-BE49-F238E27FC236}">
                <a16:creationId xmlns:a16="http://schemas.microsoft.com/office/drawing/2014/main" id="{78590CDF-FF6C-462A-91ED-BAEF51D8959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811" name="Google Shape;811;p59">
            <a:extLst xmlns:a="http://schemas.openxmlformats.org/drawingml/2006/main">
              <a:ext uri="{FF2B5EF4-FFF2-40B4-BE49-F238E27FC236}">
                <a16:creationId xmlns:a16="http://schemas.microsoft.com/office/drawing/2014/main" id="{24A0A369-619B-4178-80A5-05F0F3231B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812" name="Google Shape;812;p59">
            <a:extLst xmlns:a="http://schemas.openxmlformats.org/drawingml/2006/main">
              <a:ext uri="{FF2B5EF4-FFF2-40B4-BE49-F238E27FC236}">
                <a16:creationId xmlns:a16="http://schemas.microsoft.com/office/drawing/2014/main" id="{F7D90BDE-653A-46FD-BBFD-8DD1D567993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822" name="Google Shape;813;p5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7bca5defb448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391" y="6121870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2.xml><?xml version="1.0" encoding="utf-8"?>
<p:sldLayout xmlns:p="http://schemas.openxmlformats.org/presentationml/2006/main" matchingName="Interior large text">
  <p:cSld name="CUSTOM_4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5" name="Google Shape;815;p60">
            <a:extLst xmlns:a="http://schemas.openxmlformats.org/drawingml/2006/main">
              <a:ext uri="{FF2B5EF4-FFF2-40B4-BE49-F238E27FC236}">
                <a16:creationId xmlns:a16="http://schemas.microsoft.com/office/drawing/2014/main" id="{FB651F7D-0EE7-457D-9115-AE177127D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80375" y="1653075"/>
            <a:ext cx="7431000" cy="39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>
                <a:solidFill>
                  <a:schemeClr val="accent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9pPr>
          </a:lstStyle>
          <a:p xmlns:a="http://schemas.openxmlformats.org/drawingml/2006/main"/>
        </p:txBody>
      </p:sp>
      <p:sp>
        <p:nvSpPr>
          <p:cNvPr id="816" name="Google Shape;816;p60">
            <a:extLst xmlns:a="http://schemas.openxmlformats.org/drawingml/2006/main">
              <a:ext uri="{FF2B5EF4-FFF2-40B4-BE49-F238E27FC236}">
                <a16:creationId xmlns:a16="http://schemas.microsoft.com/office/drawing/2014/main" id="{5632DE1C-C1DA-4A80-A7E4-5AF6AEE49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824" name="Google Shape;817;p6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5" name="Google Shape;818;p6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9" name="Google Shape;819;p60">
            <a:extLst xmlns:a="http://schemas.openxmlformats.org/drawingml/2006/main">
              <a:ext uri="{FF2B5EF4-FFF2-40B4-BE49-F238E27FC236}">
                <a16:creationId xmlns:a16="http://schemas.microsoft.com/office/drawing/2014/main" id="{82615F98-498A-42B1-812E-2189620B70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20" name="Google Shape;820;p60">
            <a:extLst xmlns:a="http://schemas.openxmlformats.org/drawingml/2006/main">
              <a:ext uri="{FF2B5EF4-FFF2-40B4-BE49-F238E27FC236}">
                <a16:creationId xmlns:a16="http://schemas.microsoft.com/office/drawing/2014/main" id="{DC98E6AA-2C0B-497B-8C8C-BCF22A6AB38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828" name="Google Shape;821;p6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a083cfb26a43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3.xml><?xml version="1.0" encoding="utf-8"?>
<p:sldLayout xmlns:p="http://schemas.openxmlformats.org/presentationml/2006/main" matchingName="Interior agenda dark">
  <p:cSld name="CUSTOM_4_1">
    <p:bg>
      <p:bgPr>
        <a:solidFill xmlns:a="http://schemas.openxmlformats.org/drawingml/2006/main">
          <a:srgbClr val="2929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3" name="Google Shape;823;p61">
            <a:extLst xmlns:a="http://schemas.openxmlformats.org/drawingml/2006/main">
              <a:ext uri="{FF2B5EF4-FFF2-40B4-BE49-F238E27FC236}">
                <a16:creationId xmlns:a16="http://schemas.microsoft.com/office/drawing/2014/main" id="{E9918802-EED2-48CC-B834-12D0BF7967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24" name="Google Shape;824;p61">
            <a:extLst xmlns:a="http://schemas.openxmlformats.org/drawingml/2006/main">
              <a:ext uri="{FF2B5EF4-FFF2-40B4-BE49-F238E27FC236}">
                <a16:creationId xmlns:a16="http://schemas.microsoft.com/office/drawing/2014/main" id="{ED6F6779-58F8-4C06-BC2F-C901E94B14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25" name="Google Shape;825;p61">
            <a:extLst xmlns:a="http://schemas.openxmlformats.org/drawingml/2006/main">
              <a:ext uri="{FF2B5EF4-FFF2-40B4-BE49-F238E27FC236}">
                <a16:creationId xmlns:a16="http://schemas.microsoft.com/office/drawing/2014/main" id="{FB874826-76EB-40B6-B880-ECD115D0AA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 xmlns:a="http://schemas.openxmlformats.org/drawingml/2006/main"/>
        </p:txBody>
      </p:sp>
      <p:cxnSp>
        <p:nvCxnSpPr>
          <p:cNvPr id="835" name="Google Shape;826;p61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7" name="Google Shape;827;p61">
            <a:extLst xmlns:a="http://schemas.openxmlformats.org/drawingml/2006/main">
              <a:ext uri="{FF2B5EF4-FFF2-40B4-BE49-F238E27FC236}">
                <a16:creationId xmlns:a16="http://schemas.microsoft.com/office/drawing/2014/main" id="{AB5FCD8F-DD75-4886-922D-7775A6AF29F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837" name="Google Shape;828;p61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9" name="Google Shape;829;p61">
            <a:extLst xmlns:a="http://schemas.openxmlformats.org/drawingml/2006/main">
              <a:ext uri="{FF2B5EF4-FFF2-40B4-BE49-F238E27FC236}">
                <a16:creationId xmlns:a16="http://schemas.microsoft.com/office/drawing/2014/main" id="{0299F219-37BD-4457-9EA8-3B54750C8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30" name="Google Shape;830;p61">
            <a:extLst xmlns:a="http://schemas.openxmlformats.org/drawingml/2006/main">
              <a:ext uri="{FF2B5EF4-FFF2-40B4-BE49-F238E27FC236}">
                <a16:creationId xmlns:a16="http://schemas.microsoft.com/office/drawing/2014/main" id="{90EF2ED5-E6C8-4ED2-984A-7600EBC240C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840" name="Google Shape;831;p6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42904da5e645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455875" y="6243950"/>
            <a:ext cx="393800" cy="2974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4.xml><?xml version="1.0" encoding="utf-8"?>
<p:sldLayout xmlns:p="http://schemas.openxmlformats.org/presentationml/2006/main" matchingName="Interior overview">
  <p:cSld name="CUSTOM_4_1_1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41" name="Google Shape;833;p6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4" name="Google Shape;834;p62">
            <a:extLst xmlns:a="http://schemas.openxmlformats.org/drawingml/2006/main">
              <a:ext uri="{FF2B5EF4-FFF2-40B4-BE49-F238E27FC236}">
                <a16:creationId xmlns:a16="http://schemas.microsoft.com/office/drawing/2014/main" id="{D111E849-11D3-4CBD-B8B5-EE81A7DC9F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843" name="Google Shape;835;p6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6" name="Google Shape;836;p62">
            <a:extLst xmlns:a="http://schemas.openxmlformats.org/drawingml/2006/main">
              <a:ext uri="{FF2B5EF4-FFF2-40B4-BE49-F238E27FC236}">
                <a16:creationId xmlns:a16="http://schemas.microsoft.com/office/drawing/2014/main" id="{622B8D95-6E9E-4848-A23A-A9430ED0D4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37" name="Google Shape;837;p62">
            <a:extLst xmlns:a="http://schemas.openxmlformats.org/drawingml/2006/main">
              <a:ext uri="{FF2B5EF4-FFF2-40B4-BE49-F238E27FC236}">
                <a16:creationId xmlns:a16="http://schemas.microsoft.com/office/drawing/2014/main" id="{D4BC16BC-D81E-4207-B0D5-2159D932F98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38" name="Google Shape;838;p62">
            <a:extLst xmlns:a="http://schemas.openxmlformats.org/drawingml/2006/main">
              <a:ext uri="{FF2B5EF4-FFF2-40B4-BE49-F238E27FC236}">
                <a16:creationId xmlns:a16="http://schemas.microsoft.com/office/drawing/2014/main" id="{719BC8B7-1180-4EEA-8002-74D26B4F607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00275" y="3109300"/>
            <a:ext cx="50439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0" tIns="91425" rIns="91425" bIns="91425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39" name="Google Shape;839;p62">
            <a:extLst xmlns:a="http://schemas.openxmlformats.org/drawingml/2006/main">
              <a:ext uri="{FF2B5EF4-FFF2-40B4-BE49-F238E27FC236}">
                <a16:creationId xmlns:a16="http://schemas.microsoft.com/office/drawing/2014/main" id="{186A03D8-0FE0-40D3-878D-8AEA069AF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190987"/>
            <a:ext cx="3885900" cy="146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848" name="Google Shape;840;p6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2b7d52b4c442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1741" y="623462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5.xml><?xml version="1.0" encoding="utf-8"?>
<p:sldLayout xmlns:p="http://schemas.openxmlformats.org/presentationml/2006/main" matchingName="Theme 2 Title 1">
  <p:cSld name="TITLE_2_1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7" name="Google Shape;847;g3f9c6d89798_0_8439">
            <a:extLst xmlns:a="http://schemas.openxmlformats.org/drawingml/2006/main">
              <a:ext uri="{FF2B5EF4-FFF2-40B4-BE49-F238E27FC236}">
                <a16:creationId xmlns:a16="http://schemas.microsoft.com/office/drawing/2014/main" id="{F705555B-EF4F-4E78-9ACE-2CF25E55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2800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48" name="Google Shape;848;g3f9c6d89798_0_8439">
            <a:extLst xmlns:a="http://schemas.openxmlformats.org/drawingml/2006/main">
              <a:ext uri="{FF2B5EF4-FFF2-40B4-BE49-F238E27FC236}">
                <a16:creationId xmlns:a16="http://schemas.microsoft.com/office/drawing/2014/main" id="{150FEEC1-3743-447E-A3E3-B85E43C5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9" name="Google Shape;849;g3f9c6d89798_0_8439">
            <a:extLst xmlns:a="http://schemas.openxmlformats.org/drawingml/2006/main">
              <a:ext uri="{FF2B5EF4-FFF2-40B4-BE49-F238E27FC236}">
                <a16:creationId xmlns:a16="http://schemas.microsoft.com/office/drawing/2014/main" id="{764A690B-97CF-4454-B5B2-6FE01FEA36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5218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50" name="Google Shape;850;g3f9c6d89798_0_8439">
            <a:extLst xmlns:a="http://schemas.openxmlformats.org/drawingml/2006/main">
              <a:ext uri="{FF2B5EF4-FFF2-40B4-BE49-F238E27FC236}">
                <a16:creationId xmlns:a16="http://schemas.microsoft.com/office/drawing/2014/main" id="{28670952-108F-40EC-9056-5BCB6F032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1743625"/>
            <a:ext cx="75333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51" name="Google Shape;851;g3f9c6d89798_0_8439">
            <a:extLst xmlns:a="http://schemas.openxmlformats.org/drawingml/2006/main">
              <a:ext uri="{FF2B5EF4-FFF2-40B4-BE49-F238E27FC236}">
                <a16:creationId xmlns:a16="http://schemas.microsoft.com/office/drawing/2014/main" id="{490B6A00-F0C6-4F2A-AA01-298CBAAAAFF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3725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852" name="Google Shape;852;g3f9c6d89798_0_8439">
            <a:extLst xmlns:a="http://schemas.openxmlformats.org/drawingml/2006/main">
              <a:ext uri="{FF2B5EF4-FFF2-40B4-BE49-F238E27FC236}">
                <a16:creationId xmlns:a16="http://schemas.microsoft.com/office/drawing/2014/main" id="{82E29B49-77AB-47C6-B3A7-26041696D30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1850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863" name="Google Shape;853;g3f9c6d89798_0_843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4" name="Google Shape;854;g3f9c6d89798_0_8439">
            <a:extLst xmlns:a="http://schemas.openxmlformats.org/drawingml/2006/main">
              <a:ext uri="{FF2B5EF4-FFF2-40B4-BE49-F238E27FC236}">
                <a16:creationId xmlns:a16="http://schemas.microsoft.com/office/drawing/2014/main" id="{C3B4DFE0-D7A0-42B0-BEB5-4551CBBE3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865" name="Google Shape;855;g3f9c6d89798_0_84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4fef6ef08142a1">
            <a:alphaModFix/>
          </a:blip>
          <a:srcRect xmlns:a="http://schemas.openxmlformats.org/drawingml/2006/main" l="66083" t="5064" r="0" b="18208"/>
          <a:stretch xmlns:a="http://schemas.openxmlformats.org/drawingml/2006/main"/>
        </p:blipFill>
        <p:spPr>
          <a:xfrm xmlns:a="http://schemas.openxmlformats.org/drawingml/2006/main">
            <a:off x="8404050" y="636650"/>
            <a:ext cx="3788027" cy="4820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66" name="Google Shape;856;g3f9c6d89798_0_84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d689b043a24e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17025" y="6191200"/>
            <a:ext cx="2247726" cy="309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6.xml><?xml version="1.0" encoding="utf-8"?>
<p:sldLayout xmlns:p="http://schemas.openxmlformats.org/presentationml/2006/main" matchingName="Interior agenda light">
  <p:cSld name="CUSTOM_4_1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67" name="Google Shape;858;g3f9c6d89798_0_845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9" name="Google Shape;859;g3f9c6d89798_0_8450">
            <a:extLst xmlns:a="http://schemas.openxmlformats.org/drawingml/2006/main">
              <a:ext uri="{FF2B5EF4-FFF2-40B4-BE49-F238E27FC236}">
                <a16:creationId xmlns:a16="http://schemas.microsoft.com/office/drawing/2014/main" id="{DA85E104-4D33-44DC-BC98-6F69C25DA6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869" name="Google Shape;860;g3f9c6d89798_0_845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1" name="Google Shape;861;g3f9c6d89798_0_8450">
            <a:extLst xmlns:a="http://schemas.openxmlformats.org/drawingml/2006/main">
              <a:ext uri="{FF2B5EF4-FFF2-40B4-BE49-F238E27FC236}">
                <a16:creationId xmlns:a16="http://schemas.microsoft.com/office/drawing/2014/main" id="{3A9B19EE-D576-48EF-BFA1-5AD91DCAD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62" name="Google Shape;862;g3f9c6d89798_0_8450">
            <a:extLst xmlns:a="http://schemas.openxmlformats.org/drawingml/2006/main">
              <a:ext uri="{FF2B5EF4-FFF2-40B4-BE49-F238E27FC236}">
                <a16:creationId xmlns:a16="http://schemas.microsoft.com/office/drawing/2014/main" id="{1EF58E41-74E1-4986-A65F-2F60FBF83E7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63" name="Google Shape;863;g3f9c6d89798_0_8450">
            <a:extLst xmlns:a="http://schemas.openxmlformats.org/drawingml/2006/main">
              <a:ext uri="{FF2B5EF4-FFF2-40B4-BE49-F238E27FC236}">
                <a16:creationId xmlns:a16="http://schemas.microsoft.com/office/drawing/2014/main" id="{6E636C71-02D2-496D-8A6B-654BDB06145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64" name="Google Shape;864;g3f9c6d89798_0_8450">
            <a:extLst xmlns:a="http://schemas.openxmlformats.org/drawingml/2006/main">
              <a:ext uri="{FF2B5EF4-FFF2-40B4-BE49-F238E27FC236}">
                <a16:creationId xmlns:a16="http://schemas.microsoft.com/office/drawing/2014/main" id="{2AEE01E8-C423-4541-92E5-2A97E5B23C9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65" name="Google Shape;865;g3f9c6d89798_0_8450">
            <a:extLst xmlns:a="http://schemas.openxmlformats.org/drawingml/2006/main">
              <a:ext uri="{FF2B5EF4-FFF2-40B4-BE49-F238E27FC236}">
                <a16:creationId xmlns:a16="http://schemas.microsoft.com/office/drawing/2014/main" id="{789D6A30-3184-4041-A828-3C01B3498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875" name="Google Shape;866;g3f9c6d89798_0_84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40742e7ed646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7.xml><?xml version="1.0" encoding="utf-8"?>
<p:sldLayout xmlns:p="http://schemas.openxmlformats.org/presentationml/2006/main" matchingName="Interior agenda light 1 1">
  <p:cSld name="Interior agenda light (g3f699196abe_66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8" name="Google Shape;868;g3f9c6d89798_0_8460">
            <a:extLst xmlns:a="http://schemas.openxmlformats.org/drawingml/2006/main">
              <a:ext uri="{FF2B5EF4-FFF2-40B4-BE49-F238E27FC236}">
                <a16:creationId xmlns:a16="http://schemas.microsoft.com/office/drawing/2014/main" id="{3FF8EEF7-B1D1-45FD-89AD-8AD2A2F40A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869" name="Google Shape;869;g3f9c6d89798_0_8460">
            <a:extLst xmlns:a="http://schemas.openxmlformats.org/drawingml/2006/main">
              <a:ext uri="{FF2B5EF4-FFF2-40B4-BE49-F238E27FC236}">
                <a16:creationId xmlns:a16="http://schemas.microsoft.com/office/drawing/2014/main" id="{06A9123C-668E-43A5-92A8-DEF17E54DA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70" name="Google Shape;870;g3f9c6d89798_0_8460">
            <a:extLst xmlns:a="http://schemas.openxmlformats.org/drawingml/2006/main">
              <a:ext uri="{FF2B5EF4-FFF2-40B4-BE49-F238E27FC236}">
                <a16:creationId xmlns:a16="http://schemas.microsoft.com/office/drawing/2014/main" id="{6BC307BE-4A52-4C6E-BC4B-B7F883C6876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71" name="Google Shape;871;g3f9c6d89798_0_8460">
            <a:extLst xmlns:a="http://schemas.openxmlformats.org/drawingml/2006/main">
              <a:ext uri="{FF2B5EF4-FFF2-40B4-BE49-F238E27FC236}">
                <a16:creationId xmlns:a16="http://schemas.microsoft.com/office/drawing/2014/main" id="{6A0E640B-05A0-4FA6-B2FA-9664A9EC5AD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72" name="Google Shape;872;g3f9c6d89798_0_8460">
            <a:extLst xmlns:a="http://schemas.openxmlformats.org/drawingml/2006/main">
              <a:ext uri="{FF2B5EF4-FFF2-40B4-BE49-F238E27FC236}">
                <a16:creationId xmlns:a16="http://schemas.microsoft.com/office/drawing/2014/main" id="{78F95450-104E-468E-BACE-C926832E2F3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73" name="Google Shape;873;g3f9c6d89798_0_8460">
            <a:extLst xmlns:a="http://schemas.openxmlformats.org/drawingml/2006/main">
              <a:ext uri="{FF2B5EF4-FFF2-40B4-BE49-F238E27FC236}">
                <a16:creationId xmlns:a16="http://schemas.microsoft.com/office/drawing/2014/main" id="{2B5CA93D-DC0E-4F3C-B96B-D9B2C299B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8.xml><?xml version="1.0" encoding="utf-8"?>
<p:sldLayout xmlns:p="http://schemas.openxmlformats.org/presentationml/2006/main" matchingName="Interior title and two column body">
  <p:cSld name="CUSTOM_4_17_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85" name="Google Shape;875;g3f9c6d89798_0_846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6" name="Google Shape;876;g3f9c6d89798_0_846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7" name="Google Shape;877;g3f9c6d89798_0_8467">
            <a:extLst xmlns:a="http://schemas.openxmlformats.org/drawingml/2006/main">
              <a:ext uri="{FF2B5EF4-FFF2-40B4-BE49-F238E27FC236}">
                <a16:creationId xmlns:a16="http://schemas.microsoft.com/office/drawing/2014/main" id="{C91876A1-C8B0-4F94-8F30-E8BCC0A27F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78" name="Google Shape;878;g3f9c6d89798_0_8467">
            <a:extLst xmlns:a="http://schemas.openxmlformats.org/drawingml/2006/main">
              <a:ext uri="{FF2B5EF4-FFF2-40B4-BE49-F238E27FC236}">
                <a16:creationId xmlns:a16="http://schemas.microsoft.com/office/drawing/2014/main" id="{4D76C205-B79F-449D-898B-7D03CFA660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79" name="Google Shape;879;g3f9c6d89798_0_8467">
            <a:extLst xmlns:a="http://schemas.openxmlformats.org/drawingml/2006/main">
              <a:ext uri="{FF2B5EF4-FFF2-40B4-BE49-F238E27FC236}">
                <a16:creationId xmlns:a16="http://schemas.microsoft.com/office/drawing/2014/main" id="{35ECD171-3B14-47EF-9BFA-871D64A2C1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5125" y="2291177"/>
            <a:ext cx="4937700" cy="372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80" name="Google Shape;880;g3f9c6d89798_0_8467">
            <a:extLst xmlns:a="http://schemas.openxmlformats.org/drawingml/2006/main">
              <a:ext uri="{FF2B5EF4-FFF2-40B4-BE49-F238E27FC236}">
                <a16:creationId xmlns:a16="http://schemas.microsoft.com/office/drawing/2014/main" id="{A07B6168-1DC9-4949-A119-5A4474A5F21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369425" y="2291175"/>
            <a:ext cx="4937700" cy="372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81" name="Google Shape;881;g3f9c6d89798_0_8467">
            <a:extLst xmlns:a="http://schemas.openxmlformats.org/drawingml/2006/main">
              <a:ext uri="{FF2B5EF4-FFF2-40B4-BE49-F238E27FC236}">
                <a16:creationId xmlns:a16="http://schemas.microsoft.com/office/drawing/2014/main" id="{BE7EDB3C-4A04-44BC-997E-9F75C97E713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882" name="Google Shape;882;g3f9c6d89798_0_8467">
            <a:extLst xmlns:a="http://schemas.openxmlformats.org/drawingml/2006/main">
              <a:ext uri="{FF2B5EF4-FFF2-40B4-BE49-F238E27FC236}">
                <a16:creationId xmlns:a16="http://schemas.microsoft.com/office/drawing/2014/main" id="{CCDFABBC-1215-4BF8-83DD-4BF78C2D2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883" name="Google Shape;883;g3f9c6d89798_0_8467">
            <a:extLst xmlns:a="http://schemas.openxmlformats.org/drawingml/2006/main">
              <a:ext uri="{FF2B5EF4-FFF2-40B4-BE49-F238E27FC236}">
                <a16:creationId xmlns:a16="http://schemas.microsoft.com/office/drawing/2014/main" id="{E628F5A8-6C62-465A-871F-732AD9D8D15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894" name="Google Shape;884;g3f9c6d89798_0_84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20806f75aa46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029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9.xml><?xml version="1.0" encoding="utf-8"?>
<p:sldLayout xmlns:p="http://schemas.openxmlformats.org/presentationml/2006/main" matchingName="Interior agenda light 1 1 1">
  <p:cSld name="Interior agenda light (g3f699196abe_44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6" name="Google Shape;886;g3f9c6d89798_0_8478">
            <a:extLst xmlns:a="http://schemas.openxmlformats.org/drawingml/2006/main">
              <a:ext uri="{FF2B5EF4-FFF2-40B4-BE49-F238E27FC236}">
                <a16:creationId xmlns:a16="http://schemas.microsoft.com/office/drawing/2014/main" id="{85CC44BE-1D48-42D5-B29B-F24F3E255F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887" name="Google Shape;887;g3f9c6d89798_0_8478">
            <a:extLst xmlns:a="http://schemas.openxmlformats.org/drawingml/2006/main">
              <a:ext uri="{FF2B5EF4-FFF2-40B4-BE49-F238E27FC236}">
                <a16:creationId xmlns:a16="http://schemas.microsoft.com/office/drawing/2014/main" id="{0FFC08DB-FB93-4C68-9236-24D6AD775D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88" name="Google Shape;888;g3f9c6d89798_0_8478">
            <a:extLst xmlns:a="http://schemas.openxmlformats.org/drawingml/2006/main">
              <a:ext uri="{FF2B5EF4-FFF2-40B4-BE49-F238E27FC236}">
                <a16:creationId xmlns:a16="http://schemas.microsoft.com/office/drawing/2014/main" id="{5C97014C-62FB-42C5-B73D-2E5BF488BBD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89" name="Google Shape;889;g3f9c6d89798_0_8478">
            <a:extLst xmlns:a="http://schemas.openxmlformats.org/drawingml/2006/main">
              <a:ext uri="{FF2B5EF4-FFF2-40B4-BE49-F238E27FC236}">
                <a16:creationId xmlns:a16="http://schemas.microsoft.com/office/drawing/2014/main" id="{D13DC31B-4445-4D41-881B-C5024ADC055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90" name="Google Shape;890;g3f9c6d89798_0_8478">
            <a:extLst xmlns:a="http://schemas.openxmlformats.org/drawingml/2006/main">
              <a:ext uri="{FF2B5EF4-FFF2-40B4-BE49-F238E27FC236}">
                <a16:creationId xmlns:a16="http://schemas.microsoft.com/office/drawing/2014/main" id="{245BD808-9357-40A9-8DAF-3BE370E679D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91" name="Google Shape;891;g3f9c6d89798_0_8478">
            <a:extLst xmlns:a="http://schemas.openxmlformats.org/drawingml/2006/main">
              <a:ext uri="{FF2B5EF4-FFF2-40B4-BE49-F238E27FC236}">
                <a16:creationId xmlns:a16="http://schemas.microsoft.com/office/drawing/2014/main" id="{56A80C29-FC38-49DC-AD0A-594434FC8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0.xml><?xml version="1.0" encoding="utf-8"?>
<p:sldLayout xmlns:p="http://schemas.openxmlformats.org/presentationml/2006/main" matchingName="Interior agenda light 1">
  <p:cSld name="Interior agenda light (g3f699196abe_73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3" name="Google Shape;893;g3f9c6d89798_0_8485">
            <a:extLst xmlns:a="http://schemas.openxmlformats.org/drawingml/2006/main">
              <a:ext uri="{FF2B5EF4-FFF2-40B4-BE49-F238E27FC236}">
                <a16:creationId xmlns:a16="http://schemas.microsoft.com/office/drawing/2014/main" id="{3FC64418-16A4-4EB9-B005-1D393A52A1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894" name="Google Shape;894;g3f9c6d89798_0_8485">
            <a:extLst xmlns:a="http://schemas.openxmlformats.org/drawingml/2006/main">
              <a:ext uri="{FF2B5EF4-FFF2-40B4-BE49-F238E27FC236}">
                <a16:creationId xmlns:a16="http://schemas.microsoft.com/office/drawing/2014/main" id="{5C0632EF-A2A5-48AE-874D-1984DA950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95" name="Google Shape;895;g3f9c6d89798_0_8485">
            <a:extLst xmlns:a="http://schemas.openxmlformats.org/drawingml/2006/main">
              <a:ext uri="{FF2B5EF4-FFF2-40B4-BE49-F238E27FC236}">
                <a16:creationId xmlns:a16="http://schemas.microsoft.com/office/drawing/2014/main" id="{F2DE2B1C-B3BB-4ECF-BE76-A2A08ACC95C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96" name="Google Shape;896;g3f9c6d89798_0_8485">
            <a:extLst xmlns:a="http://schemas.openxmlformats.org/drawingml/2006/main">
              <a:ext uri="{FF2B5EF4-FFF2-40B4-BE49-F238E27FC236}">
                <a16:creationId xmlns:a16="http://schemas.microsoft.com/office/drawing/2014/main" id="{A53CD6AC-D1C7-4C56-8BA8-F5253B66E36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97" name="Google Shape;897;g3f9c6d89798_0_8485">
            <a:extLst xmlns:a="http://schemas.openxmlformats.org/drawingml/2006/main">
              <a:ext uri="{FF2B5EF4-FFF2-40B4-BE49-F238E27FC236}">
                <a16:creationId xmlns:a16="http://schemas.microsoft.com/office/drawing/2014/main" id="{9D4E0DB1-1AC6-43FA-B5C6-4F7A3B51895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898" name="Google Shape;898;g3f9c6d89798_0_8485">
            <a:extLst xmlns:a="http://schemas.openxmlformats.org/drawingml/2006/main">
              <a:ext uri="{FF2B5EF4-FFF2-40B4-BE49-F238E27FC236}">
                <a16:creationId xmlns:a16="http://schemas.microsoft.com/office/drawing/2014/main" id="{AE1DD404-5C17-42B5-8A74-B6ED133C83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1.xml><?xml version="1.0" encoding="utf-8"?>
<p:sldLayout xmlns:p="http://schemas.openxmlformats.org/presentationml/2006/main" matchingName="Interior data three callouts 1">
  <p:cSld name="Interior data three callouts (g3f699196abe_51_0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0" name="Google Shape;900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6FB69D39-DBF8-4D5F-AF22-397B5F9065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0890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01" name="Google Shape;901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30A59B42-3E1E-45C1-B517-42D15399F30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886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02" name="Google Shape;902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10E05162-FAE0-44F0-93DA-014CB925BD4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1683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03" name="Google Shape;903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5084663E-7ABE-494D-A0ED-1AADDC75D2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04" name="Google Shape;904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EE163AB5-C224-40BD-9AF7-861C141437E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673775" y="6112763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05" name="Google Shape;905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ABCBE6D8-EE47-4E18-B507-DBD36CF5C3F9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4683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06" name="Google Shape;906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BCF01C94-EAE0-4C65-A241-472FD7F4A9B2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4684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07" name="Google Shape;907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956B9E61-ADAC-4FAC-AE8C-03F52EA5DD0A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0480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08" name="Google Shape;908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CE519D32-6E4D-491E-9B99-60B1C129D0BC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80481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09" name="Google Shape;909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0875747A-072B-4063-B909-A9927B47129C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86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10" name="Google Shape;910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E11AC789-E856-493C-B612-A2913A86883A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8887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11" name="Google Shape;911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934529F1-1BA0-403B-B3F3-651F43140C74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12" name="Google Shape;912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0850D44E-88C3-4F88-8F68-A5095C411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913" name="Google Shape;913;g3f9c6d89798_0_8492">
            <a:extLst xmlns:a="http://schemas.openxmlformats.org/drawingml/2006/main">
              <a:ext uri="{FF2B5EF4-FFF2-40B4-BE49-F238E27FC236}">
                <a16:creationId xmlns:a16="http://schemas.microsoft.com/office/drawing/2014/main" id="{0B199635-6B4B-455A-B51B-D543B619808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2.xml><?xml version="1.0" encoding="utf-8"?>
<p:sldLayout xmlns:p="http://schemas.openxmlformats.org/presentationml/2006/main" matchingName="Closing slide with Image">
  <p:cSld name="Closing slide with Image (g3f699196abe_80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5" name="Google Shape;915;g3f9c6d89798_0_8507">
            <a:extLst xmlns:a="http://schemas.openxmlformats.org/drawingml/2006/main">
              <a:ext uri="{FF2B5EF4-FFF2-40B4-BE49-F238E27FC236}">
                <a16:creationId xmlns:a16="http://schemas.microsoft.com/office/drawing/2014/main" id="{7FECB9D3-B117-47BE-8532-ABC17F39D6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916" name="Google Shape;916;g3f9c6d89798_0_8507">
            <a:extLst xmlns:a="http://schemas.openxmlformats.org/drawingml/2006/main">
              <a:ext uri="{FF2B5EF4-FFF2-40B4-BE49-F238E27FC236}">
                <a16:creationId xmlns:a16="http://schemas.microsoft.com/office/drawing/2014/main" id="{50125674-6C2A-46DE-82FB-9368EA45CC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17" name="Google Shape;917;g3f9c6d89798_0_8507">
            <a:extLst xmlns:a="http://schemas.openxmlformats.org/drawingml/2006/main">
              <a:ext uri="{FF2B5EF4-FFF2-40B4-BE49-F238E27FC236}">
                <a16:creationId xmlns:a16="http://schemas.microsoft.com/office/drawing/2014/main" id="{30262CD0-5968-48B7-919B-92405DEBEF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0525" y="568626"/>
            <a:ext cx="5736300" cy="192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18" name="Google Shape;918;g3f9c6d89798_0_8507">
            <a:extLst xmlns:a="http://schemas.openxmlformats.org/drawingml/2006/main">
              <a:ext uri="{FF2B5EF4-FFF2-40B4-BE49-F238E27FC236}">
                <a16:creationId xmlns:a16="http://schemas.microsoft.com/office/drawing/2014/main" id="{EFD3EC0E-4534-4BBF-8A31-15084203251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60525" y="2752400"/>
            <a:ext cx="44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3.xml><?xml version="1.0" encoding="utf-8"?>
<p:sldLayout xmlns:p="http://schemas.openxmlformats.org/presentationml/2006/main" matchingName="Interior data three callouts">
  <p:cSld name="CUSTOM_4_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0" name="Google Shape;920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13D66C79-B082-47D9-9007-028E858525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0890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21" name="Google Shape;921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C30A26F3-0053-489A-95A7-E3A6BDCB08B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886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22" name="Google Shape;922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1961EEEF-7768-4F61-90E0-FCD97043935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1683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942" name="Google Shape;923;g3f9c6d89798_0_851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3" name="Google Shape;924;g3f9c6d89798_0_851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5" name="Google Shape;925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E8BF1633-C525-43F8-ADAE-C6EBBB5B1C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26" name="Google Shape;926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15941345-AC12-4FDA-B02E-90C6BB5CF7AF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673775" y="6112763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946" name="Google Shape;927;g3f9c6d89798_0_8512"/>
          <p:cNvCxnSpPr/>
          <p:nvPr/>
        </p:nvCxnSpPr>
        <p:spPr>
          <a:xfrm xmlns:a="http://schemas.openxmlformats.org/drawingml/2006/main">
            <a:off x="4306145" y="2661025"/>
            <a:ext cx="0" cy="25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47" name="Google Shape;928;g3f9c6d89798_0_8512"/>
          <p:cNvCxnSpPr/>
          <p:nvPr/>
        </p:nvCxnSpPr>
        <p:spPr>
          <a:xfrm xmlns:a="http://schemas.openxmlformats.org/drawingml/2006/main">
            <a:off x="7885845" y="2661025"/>
            <a:ext cx="0" cy="25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29" name="Google Shape;929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4BF5CF41-1928-4962-9C70-0C74245F1F1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4683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30" name="Google Shape;930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3786B7CF-48F1-42E3-9E7F-5FDB21BACBED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4684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31" name="Google Shape;931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AAEA6273-1055-45FB-B3B9-DA609CA12F4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0480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32" name="Google Shape;932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75214890-0EE2-40F5-AF18-81D17DE7C020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80481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33" name="Google Shape;933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4B9D03E7-C8F0-4C09-9400-F1486F52C84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8600" y="3677200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34" name="Google Shape;934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8C266E4E-F909-4A21-8631-D6F064C473CA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888700" y="4166425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35" name="Google Shape;935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25E4156E-0C7B-4278-925B-231CC0333810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36" name="Google Shape;936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3D372FD1-2127-45F1-9BD2-EAF0E7F15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937" name="Google Shape;937;g3f9c6d89798_0_8512">
            <a:extLst xmlns:a="http://schemas.openxmlformats.org/drawingml/2006/main">
              <a:ext uri="{FF2B5EF4-FFF2-40B4-BE49-F238E27FC236}">
                <a16:creationId xmlns:a16="http://schemas.microsoft.com/office/drawing/2014/main" id="{09EEA11F-C865-4619-B801-DB3B3B7E48A8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957" name="Google Shape;938;g3f9c6d89798_0_85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360a7a761048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416" y="6244688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4.xml><?xml version="1.0" encoding="utf-8"?>
<p:sldLayout xmlns:p="http://schemas.openxmlformats.org/presentationml/2006/main" matchingName="Closing slide with Image">
  <p:cSld name="CUSTOM_3_2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0" name="Google Shape;940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9DE95C86-9AA8-44A5-9421-A8359E6D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" y="0"/>
            <a:ext cx="88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D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959" name="Google Shape;941;g3f9c6d89798_0_853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2" name="Google Shape;942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8615092A-75CF-45A8-A541-8A362258B4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pic>
        <p:nvPicPr>
          <p:cNvPr id="961" name="Google Shape;943;g3f9c6d89798_0_85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2fa10c9806488d">
            <a:alphaModFix/>
          </a:blip>
          <a:srcRect xmlns:a="http://schemas.openxmlformats.org/drawingml/2006/main" l="0" t="328" r="0" b="318"/>
          <a:stretch xmlns:a="http://schemas.openxmlformats.org/drawingml/2006/main"/>
        </p:blipFill>
        <p:spPr>
          <a:xfrm xmlns:a="http://schemas.openxmlformats.org/drawingml/2006/main">
            <a:off x="10711279" y="6313250"/>
            <a:ext cx="975850" cy="2281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4" name="Google Shape;944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192B4E02-0745-401E-AF21-000ECE957B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45" name="Google Shape;945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469A22CD-2D4E-4D9B-9444-E2E5F91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175" y="5878875"/>
            <a:ext cx="32778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6" name="Google Shape;946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3E0668BC-E329-41E4-9F0E-98BB3C9803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0525" y="568626"/>
            <a:ext cx="5736300" cy="192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47" name="Google Shape;947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021F7F49-7C43-45C9-82E4-C0C62CDFBB5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60525" y="2752400"/>
            <a:ext cx="44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48" name="Google Shape;948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4C3285E3-FF69-4C85-B255-B2E65547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450" y="4669200"/>
            <a:ext cx="256050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rPr>
              <a:t>linkedin.com/company/red-hat</a:t>
            </a:r>
            <a:endParaRPr sz="1200" b="0" i="0" u="none" cap="none"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49" name="Google Shape;949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091E8E25-79D5-4E59-8AEF-E16C743E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450" y="5174300"/>
            <a:ext cx="256050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rPr>
              <a:t>youtube.com/user/RedHatVideos</a:t>
            </a:r>
            <a:endParaRPr sz="1200" b="0" i="0" u="none" cap="none"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50" name="Google Shape;950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1F8F3CFE-CB19-4EB5-9513-4EB1DB2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525" y="4669200"/>
            <a:ext cx="256050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dk1"/>
                </a:solidFill>
                <a:latin typeface="Red Hat Text"/>
                <a:ea typeface="Red Hat Text"/>
                <a:cs typeface="Red Hat Text"/>
              </a:rPr>
              <a:t>facebook.com/redhatinc</a:t>
            </a:r>
            <a:endParaRPr sz="1200" b="0" i="0" u="none" cap="none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sp>
        <p:nvSpPr>
          <p:cNvPr id="951" name="Google Shape;951;g3f9c6d89798_0_8532">
            <a:extLst xmlns:a="http://schemas.openxmlformats.org/drawingml/2006/main">
              <a:ext uri="{FF2B5EF4-FFF2-40B4-BE49-F238E27FC236}">
                <a16:creationId xmlns:a16="http://schemas.microsoft.com/office/drawing/2014/main" id="{9AA66C72-00BF-445C-B6F7-835A1B40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525" y="5174300"/>
            <a:ext cx="2560500" cy="2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rPr>
              <a:t>twitter.com/RedHat</a:t>
            </a:r>
            <a:endParaRPr sz="1200" b="0" i="0" u="none" cap="none"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pic>
        <p:nvPicPr>
          <p:cNvPr id="970" name="Google Shape;952;g3f9c6d89798_0_85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06d329e30345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86459" y="5180343"/>
            <a:ext cx="229074" cy="2290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71" name="Google Shape;953;g3f9c6d89798_0_85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2c16ce971a40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86459" y="4675243"/>
            <a:ext cx="229074" cy="2290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72" name="Google Shape;954;g3f9c6d89798_0_85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d3aeec5f3e4c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0534" y="5180343"/>
            <a:ext cx="229075" cy="229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73" name="Google Shape;955;g3f9c6d89798_0_85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47ea00decf44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0534" y="4675243"/>
            <a:ext cx="229075" cy="229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74" name="Google Shape;956;g3f9c6d89798_0_85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20da691c8b4e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5.xml><?xml version="1.0" encoding="utf-8"?>
<p:sldLayout xmlns:p="http://schemas.openxmlformats.org/presentationml/2006/main" matchingName="Interior three column">
  <p:cSld name="CUSTOM_4_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74" name="Google Shape;958;g3f9c6d89798_0_855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5" name="Google Shape;959;g3f9c6d89798_0_855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0" name="Google Shape;960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48CF0EEC-2350-4ED1-9FD6-C679DD5BD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61" name="Google Shape;961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FE1D56CC-8279-4E66-A1C7-32AE0D9639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978" name="Google Shape;962;g3f9c6d89798_0_8550"/>
          <p:cNvCxnSpPr/>
          <p:nvPr/>
        </p:nvCxnSpPr>
        <p:spPr>
          <a:xfrm xmlns:a="http://schemas.openxmlformats.org/drawingml/2006/main">
            <a:off x="4306150" y="4229725"/>
            <a:ext cx="0" cy="155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9" name="Google Shape;963;g3f9c6d89798_0_8550"/>
          <p:cNvCxnSpPr/>
          <p:nvPr/>
        </p:nvCxnSpPr>
        <p:spPr>
          <a:xfrm xmlns:a="http://schemas.openxmlformats.org/drawingml/2006/main">
            <a:off x="7885850" y="4229725"/>
            <a:ext cx="0" cy="155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4" name="Google Shape;964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84396087-0CD7-4D6C-9B88-33ED403C2AD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468300" y="4229725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65" name="Google Shape;965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2CD94250-DDD6-4731-B1DA-3A0FA0B1A60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68400" y="4718950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66" name="Google Shape;966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5A6188B8-4A32-4AFB-8F2F-6A411BB32AD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048000" y="4229725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67" name="Google Shape;967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5C352AD5-8789-496D-8E8F-942477C84D8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048100" y="4718950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68" name="Google Shape;968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20783F16-B414-427A-90B4-695BA3C2B77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88600" y="4229725"/>
            <a:ext cx="32553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69" name="Google Shape;969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FD5DB434-5C2B-41A1-864A-B57EC15990C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88700" y="4718950"/>
            <a:ext cx="32553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970" name="Google Shape;970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5D7FFE1F-7D74-4B74-B6A1-33A00CA6BCC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71" name="Google Shape;971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9799513D-3FF5-4D36-8206-B801F3567C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972" name="Google Shape;972;g3f9c6d89798_0_8550">
            <a:extLst xmlns:a="http://schemas.openxmlformats.org/drawingml/2006/main">
              <a:ext uri="{FF2B5EF4-FFF2-40B4-BE49-F238E27FC236}">
                <a16:creationId xmlns:a16="http://schemas.microsoft.com/office/drawing/2014/main" id="{0C61DB53-6358-44CC-97C4-7BE63CE1AF0D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989" name="Google Shape;973;g3f9c6d89798_0_85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66c48a25e449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171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6.xml><?xml version="1.0" encoding="utf-8"?>
<p:sldLayout xmlns:p="http://schemas.openxmlformats.org/presentationml/2006/main" matchingName="Interior title, subhead, and body">
  <p:cSld name="CUSTOM_4_1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5" name="Google Shape;975;g3f9c6d89798_0_8567">
            <a:extLst xmlns:a="http://schemas.openxmlformats.org/drawingml/2006/main">
              <a:ext uri="{FF2B5EF4-FFF2-40B4-BE49-F238E27FC236}">
                <a16:creationId xmlns:a16="http://schemas.microsoft.com/office/drawing/2014/main" id="{12BE8195-8C7C-4D72-8CA8-9D4DEFAB31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76" name="Google Shape;976;g3f9c6d89798_0_8567">
            <a:extLst xmlns:a="http://schemas.openxmlformats.org/drawingml/2006/main">
              <a:ext uri="{FF2B5EF4-FFF2-40B4-BE49-F238E27FC236}">
                <a16:creationId xmlns:a16="http://schemas.microsoft.com/office/drawing/2014/main" id="{CC9304D4-0565-4A0C-844C-226EB0815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cxnSp>
        <p:nvCxnSpPr>
          <p:cNvPr id="986" name="Google Shape;977;g3f9c6d89798_0_856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7" name="Google Shape;978;g3f9c6d89798_0_856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9" name="Google Shape;979;g3f9c6d89798_0_8567">
            <a:extLst xmlns:a="http://schemas.openxmlformats.org/drawingml/2006/main">
              <a:ext uri="{FF2B5EF4-FFF2-40B4-BE49-F238E27FC236}">
                <a16:creationId xmlns:a16="http://schemas.microsoft.com/office/drawing/2014/main" id="{E894539D-209B-4072-8140-2CA575F09C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80" name="Google Shape;980;g3f9c6d89798_0_8567">
            <a:extLst xmlns:a="http://schemas.openxmlformats.org/drawingml/2006/main">
              <a:ext uri="{FF2B5EF4-FFF2-40B4-BE49-F238E27FC236}">
                <a16:creationId xmlns:a16="http://schemas.microsoft.com/office/drawing/2014/main" id="{3B00DC08-4F1A-4CAC-8C18-FAA8B98F2F5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81" name="Google Shape;981;g3f9c6d89798_0_8567">
            <a:extLst xmlns:a="http://schemas.openxmlformats.org/drawingml/2006/main">
              <a:ext uri="{FF2B5EF4-FFF2-40B4-BE49-F238E27FC236}">
                <a16:creationId xmlns:a16="http://schemas.microsoft.com/office/drawing/2014/main" id="{3AD816AD-E15F-4C37-A577-4BF18EABAE6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82" name="Google Shape;982;g3f9c6d89798_0_8567">
            <a:extLst xmlns:a="http://schemas.openxmlformats.org/drawingml/2006/main">
              <a:ext uri="{FF2B5EF4-FFF2-40B4-BE49-F238E27FC236}">
                <a16:creationId xmlns:a16="http://schemas.microsoft.com/office/drawing/2014/main" id="{891C9987-39D1-4725-A183-B94EE59AFCE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2438400" y="2286000"/>
            <a:ext cx="73152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pic>
        <p:nvPicPr>
          <p:cNvPr id="992" name="Google Shape;983;g3f9c6d89798_0_85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69f3609aa744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41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7.xml><?xml version="1.0" encoding="utf-8"?>
<p:sldLayout xmlns:p="http://schemas.openxmlformats.org/presentationml/2006/main" matchingName="Interior image and column body">
  <p:cSld name="CUSTOM_4_17_1_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4" name="Google Shape;985;g3f9c6d89798_0_857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5" name="Google Shape;986;g3f9c6d89798_0_857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7" name="Google Shape;987;g3f9c6d89798_0_8577">
            <a:extLst xmlns:a="http://schemas.openxmlformats.org/drawingml/2006/main">
              <a:ext uri="{FF2B5EF4-FFF2-40B4-BE49-F238E27FC236}">
                <a16:creationId xmlns:a16="http://schemas.microsoft.com/office/drawing/2014/main" id="{88E10500-BE1A-4652-B3A8-DA125185A1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88" name="Google Shape;988;g3f9c6d89798_0_8577">
            <a:extLst xmlns:a="http://schemas.openxmlformats.org/drawingml/2006/main">
              <a:ext uri="{FF2B5EF4-FFF2-40B4-BE49-F238E27FC236}">
                <a16:creationId xmlns:a16="http://schemas.microsoft.com/office/drawing/2014/main" id="{D944919C-63CB-44FF-BA11-C078D5BC03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89" name="Google Shape;989;g3f9c6d89798_0_8577">
            <a:extLst xmlns:a="http://schemas.openxmlformats.org/drawingml/2006/main">
              <a:ext uri="{FF2B5EF4-FFF2-40B4-BE49-F238E27FC236}">
                <a16:creationId xmlns:a16="http://schemas.microsoft.com/office/drawing/2014/main" id="{A595CABA-095D-4BC5-B068-5AD7DB319B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69425" y="2291175"/>
            <a:ext cx="4937700" cy="372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990" name="Google Shape;990;g3f9c6d89798_0_8577">
            <a:extLst xmlns:a="http://schemas.openxmlformats.org/drawingml/2006/main">
              <a:ext uri="{FF2B5EF4-FFF2-40B4-BE49-F238E27FC236}">
                <a16:creationId xmlns:a16="http://schemas.microsoft.com/office/drawing/2014/main" id="{F304F36C-AA33-4A11-8F9E-7D6C1C75F35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91" name="Google Shape;991;g3f9c6d89798_0_8577">
            <a:extLst xmlns:a="http://schemas.openxmlformats.org/drawingml/2006/main">
              <a:ext uri="{FF2B5EF4-FFF2-40B4-BE49-F238E27FC236}">
                <a16:creationId xmlns:a16="http://schemas.microsoft.com/office/drawing/2014/main" id="{BC303607-265E-40AC-89FC-000C70908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992" name="Google Shape;992;g3f9c6d89798_0_8577">
            <a:extLst xmlns:a="http://schemas.openxmlformats.org/drawingml/2006/main">
              <a:ext uri="{FF2B5EF4-FFF2-40B4-BE49-F238E27FC236}">
                <a16:creationId xmlns:a16="http://schemas.microsoft.com/office/drawing/2014/main" id="{E2946BB7-96F1-4CCC-8BD6-DD78D6C7DEE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002" name="Google Shape;993;g3f9c6d89798_0_857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88744106dd44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8.xml><?xml version="1.0" encoding="utf-8"?>
<p:sldLayout xmlns:p="http://schemas.openxmlformats.org/presentationml/2006/main" matchingName="Theme 1 title" type="title">
  <p:cSld name="TITLE">
    <p:bg>
      <p:bgPr>
        <a:blipFill xmlns:a="http://schemas.openxmlformats.org/drawingml/2006/main">
          <a:blip xmlns:r="http://schemas.openxmlformats.org/officeDocument/2006/relationships" r:embed="R98c929329de6465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5" name="Google Shape;995;g3f9c6d89798_0_8587">
            <a:extLst xmlns:a="http://schemas.openxmlformats.org/drawingml/2006/main">
              <a:ext uri="{FF2B5EF4-FFF2-40B4-BE49-F238E27FC236}">
                <a16:creationId xmlns:a16="http://schemas.microsoft.com/office/drawing/2014/main" id="{74693BC9-8123-4C75-A4F3-42EF7E4E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25" y="5878875"/>
            <a:ext cx="33147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6" name="Google Shape;996;g3f9c6d89798_0_8587">
            <a:extLst xmlns:a="http://schemas.openxmlformats.org/drawingml/2006/main">
              <a:ext uri="{FF2B5EF4-FFF2-40B4-BE49-F238E27FC236}">
                <a16:creationId xmlns:a16="http://schemas.microsoft.com/office/drawing/2014/main" id="{257FA5F7-9396-4788-99BE-09491F50E2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5218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97" name="Google Shape;997;g3f9c6d89798_0_8587">
            <a:extLst xmlns:a="http://schemas.openxmlformats.org/drawingml/2006/main">
              <a:ext uri="{FF2B5EF4-FFF2-40B4-BE49-F238E27FC236}">
                <a16:creationId xmlns:a16="http://schemas.microsoft.com/office/drawing/2014/main" id="{7C1F79DC-CBDA-4372-8ADB-3CBD053D5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1743625"/>
            <a:ext cx="75333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98" name="Google Shape;998;g3f9c6d89798_0_8587">
            <a:extLst xmlns:a="http://schemas.openxmlformats.org/drawingml/2006/main">
              <a:ext uri="{FF2B5EF4-FFF2-40B4-BE49-F238E27FC236}">
                <a16:creationId xmlns:a16="http://schemas.microsoft.com/office/drawing/2014/main" id="{91ABFA0D-AFDF-4885-A9DC-D5D20571316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3725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999" name="Google Shape;999;g3f9c6d89798_0_8587">
            <a:extLst xmlns:a="http://schemas.openxmlformats.org/drawingml/2006/main">
              <a:ext uri="{FF2B5EF4-FFF2-40B4-BE49-F238E27FC236}">
                <a16:creationId xmlns:a16="http://schemas.microsoft.com/office/drawing/2014/main" id="{158082C6-6958-4196-96BF-D9E03D9DFC6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1850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008" name="Google Shape;1000;g3f9c6d89798_0_858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1" name="Google Shape;1001;g3f9c6d89798_0_8587">
            <a:extLst xmlns:a="http://schemas.openxmlformats.org/drawingml/2006/main">
              <a:ext uri="{FF2B5EF4-FFF2-40B4-BE49-F238E27FC236}">
                <a16:creationId xmlns:a16="http://schemas.microsoft.com/office/drawing/2014/main" id="{1F495B16-5EE1-4695-B181-A05493401D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10" name="Google Shape;1002;g3f9c6d89798_0_858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c9c273fab340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06850" y="6164023"/>
            <a:ext cx="1580275" cy="37276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9.xml><?xml version="1.0" encoding="utf-8"?>
<p:sldLayout xmlns:p="http://schemas.openxmlformats.org/presentationml/2006/main" matchingName="Theme 1 closing">
  <p:cSld name="TITLE_1">
    <p:bg>
      <p:bgPr>
        <a:blipFill xmlns:a="http://schemas.openxmlformats.org/drawingml/2006/main">
          <a:blip xmlns:r="http://schemas.openxmlformats.org/officeDocument/2006/relationships" r:embed="Rcb4d30df93b8428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4" name="Google Shape;1004;g3f9c6d89798_0_8596">
            <a:extLst xmlns:a="http://schemas.openxmlformats.org/drawingml/2006/main">
              <a:ext uri="{FF2B5EF4-FFF2-40B4-BE49-F238E27FC236}">
                <a16:creationId xmlns:a16="http://schemas.microsoft.com/office/drawing/2014/main" id="{093CB73B-F74D-400F-96C5-38BF9158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175" y="5878875"/>
            <a:ext cx="32778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5" name="Google Shape;1005;g3f9c6d89798_0_8596">
            <a:extLst xmlns:a="http://schemas.openxmlformats.org/drawingml/2006/main">
              <a:ext uri="{FF2B5EF4-FFF2-40B4-BE49-F238E27FC236}">
                <a16:creationId xmlns:a16="http://schemas.microsoft.com/office/drawing/2014/main" id="{85562E2A-81F9-43D7-8CA7-DFE9D9CDC4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008425"/>
            <a:ext cx="41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06" name="Google Shape;1006;g3f9c6d89798_0_8596">
            <a:extLst xmlns:a="http://schemas.openxmlformats.org/drawingml/2006/main">
              <a:ext uri="{FF2B5EF4-FFF2-40B4-BE49-F238E27FC236}">
                <a16:creationId xmlns:a16="http://schemas.microsoft.com/office/drawing/2014/main" id="{DA655EF8-3A95-4ADE-B5C7-7A60D314F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568625"/>
            <a:ext cx="4905000" cy="19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026" name="Google Shape;1007;g3f9c6d89798_0_85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94e62f179f40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3470249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7" name="Google Shape;1008;g3f9c6d89798_0_85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284ce5747a49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277837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8" name="Google Shape;1009;g3f9c6d89798_0_85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df6c218acd4e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4" y="2086500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9" name="Google Shape;1010;g3f9c6d89798_0_85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da68afa01444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416212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11" name="Google Shape;1011;g3f9c6d89798_0_8596">
            <a:extLst xmlns:a="http://schemas.openxmlformats.org/drawingml/2006/main">
              <a:ext uri="{FF2B5EF4-FFF2-40B4-BE49-F238E27FC236}">
                <a16:creationId xmlns:a16="http://schemas.microsoft.com/office/drawing/2014/main" id="{F4DB0F39-2C5E-4D1A-AFC0-DDE73054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19998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linkedin.com/company/red-hat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12" name="Google Shape;1012;g3f9c6d89798_0_8596">
            <a:extLst xmlns:a="http://schemas.openxmlformats.org/drawingml/2006/main">
              <a:ext uri="{FF2B5EF4-FFF2-40B4-BE49-F238E27FC236}">
                <a16:creationId xmlns:a16="http://schemas.microsoft.com/office/drawing/2014/main" id="{826E72A6-B073-4A98-B411-741B9FBF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26916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youtube.com/user/RedHatVideos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13" name="Google Shape;1013;g3f9c6d89798_0_8596">
            <a:extLst xmlns:a="http://schemas.openxmlformats.org/drawingml/2006/main">
              <a:ext uri="{FF2B5EF4-FFF2-40B4-BE49-F238E27FC236}">
                <a16:creationId xmlns:a16="http://schemas.microsoft.com/office/drawing/2014/main" id="{218F03EE-C6C4-4E50-8BE3-554B42CE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33835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facebook.com/redhatinc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14" name="Google Shape;1014;g3f9c6d89798_0_8596">
            <a:extLst xmlns:a="http://schemas.openxmlformats.org/drawingml/2006/main">
              <a:ext uri="{FF2B5EF4-FFF2-40B4-BE49-F238E27FC236}">
                <a16:creationId xmlns:a16="http://schemas.microsoft.com/office/drawing/2014/main" id="{3E0858C3-B036-4093-9465-97C79577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40753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x.com/RedHat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1034" name="Google Shape;1015;g3f9c6d89798_0_8596"/>
          <p:cNvCxnSpPr/>
          <p:nvPr/>
        </p:nvCxnSpPr>
        <p:spPr>
          <a:xfrm xmlns:a="http://schemas.openxmlformats.org/drawingml/2006/main" rot="10800000">
            <a:off x="447775" y="50"/>
            <a:ext cx="0" cy="2282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5" name="Google Shape;1016;g3f9c6d89798_0_8596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7" name="Google Shape;1017;g3f9c6d89798_0_8596">
            <a:extLst xmlns:a="http://schemas.openxmlformats.org/drawingml/2006/main">
              <a:ext uri="{FF2B5EF4-FFF2-40B4-BE49-F238E27FC236}">
                <a16:creationId xmlns:a16="http://schemas.microsoft.com/office/drawing/2014/main" id="{DD36AB33-2004-4EDA-8A9B-C5DA349159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37" name="Google Shape;1018;g3f9c6d89798_0_85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9fa1768a7846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06850" y="6164023"/>
            <a:ext cx="1580275" cy="37276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0.xml><?xml version="1.0" encoding="utf-8"?>
<p:sldLayout xmlns:p="http://schemas.openxmlformats.org/presentationml/2006/main" matchingName="Theme 2 Title">
  <p:cSld name="TITLE_2">
    <p:bg>
      <p:bgPr>
        <a:solidFill xmlns:a="http://schemas.openxmlformats.org/drawingml/2006/main">
          <a:srgbClr val="1B0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0" name="Google Shape;1020;g3f9c6d89798_0_8612">
            <a:extLst xmlns:a="http://schemas.openxmlformats.org/drawingml/2006/main">
              <a:ext uri="{FF2B5EF4-FFF2-40B4-BE49-F238E27FC236}">
                <a16:creationId xmlns:a16="http://schemas.microsoft.com/office/drawing/2014/main" id="{75B3E06D-3DCA-4B08-ABBA-EE76E5D7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2800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21" name="Google Shape;1021;g3f9c6d89798_0_8612">
            <a:extLst xmlns:a="http://schemas.openxmlformats.org/drawingml/2006/main">
              <a:ext uri="{FF2B5EF4-FFF2-40B4-BE49-F238E27FC236}">
                <a16:creationId xmlns:a16="http://schemas.microsoft.com/office/drawing/2014/main" id="{06BB4A4B-66DB-4973-A4B0-CB8EBF0A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2" name="Google Shape;1022;g3f9c6d89798_0_8612">
            <a:extLst xmlns:a="http://schemas.openxmlformats.org/drawingml/2006/main">
              <a:ext uri="{FF2B5EF4-FFF2-40B4-BE49-F238E27FC236}">
                <a16:creationId xmlns:a16="http://schemas.microsoft.com/office/drawing/2014/main" id="{F69F9FAE-18A8-4380-8376-816A0AA0C8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5218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23" name="Google Shape;1023;g3f9c6d89798_0_8612">
            <a:extLst xmlns:a="http://schemas.openxmlformats.org/drawingml/2006/main">
              <a:ext uri="{FF2B5EF4-FFF2-40B4-BE49-F238E27FC236}">
                <a16:creationId xmlns:a16="http://schemas.microsoft.com/office/drawing/2014/main" id="{C3DA262A-23D4-47CB-A183-2803667116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1743625"/>
            <a:ext cx="75333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24" name="Google Shape;1024;g3f9c6d89798_0_8612">
            <a:extLst xmlns:a="http://schemas.openxmlformats.org/drawingml/2006/main">
              <a:ext uri="{FF2B5EF4-FFF2-40B4-BE49-F238E27FC236}">
                <a16:creationId xmlns:a16="http://schemas.microsoft.com/office/drawing/2014/main" id="{74B51065-E908-47AF-BCFC-80038865440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3725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025" name="Google Shape;1025;g3f9c6d89798_0_8612">
            <a:extLst xmlns:a="http://schemas.openxmlformats.org/drawingml/2006/main">
              <a:ext uri="{FF2B5EF4-FFF2-40B4-BE49-F238E27FC236}">
                <a16:creationId xmlns:a16="http://schemas.microsoft.com/office/drawing/2014/main" id="{25E1D597-831F-45E6-9F55-36963437A53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1850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035" name="Google Shape;1026;g3f9c6d89798_0_861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7" name="Google Shape;1027;g3f9c6d89798_0_8612">
            <a:extLst xmlns:a="http://schemas.openxmlformats.org/drawingml/2006/main">
              <a:ext uri="{FF2B5EF4-FFF2-40B4-BE49-F238E27FC236}">
                <a16:creationId xmlns:a16="http://schemas.microsoft.com/office/drawing/2014/main" id="{37D4A87C-7895-4CBC-B328-BB4C01E6E7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37" name="Google Shape;1028;g3f9c6d89798_0_86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e2a2d059bb4c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1.xml><?xml version="1.0" encoding="utf-8"?>
<p:sldLayout xmlns:p="http://schemas.openxmlformats.org/presentationml/2006/main" matchingName="Theme 2 Title 1 1">
  <p:cSld name="TITLE_2_1_1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0" name="Google Shape;1030;g3f9c6d89798_0_8622">
            <a:extLst xmlns:a="http://schemas.openxmlformats.org/drawingml/2006/main">
              <a:ext uri="{FF2B5EF4-FFF2-40B4-BE49-F238E27FC236}">
                <a16:creationId xmlns:a16="http://schemas.microsoft.com/office/drawing/2014/main" id="{4B1C93D7-2E90-4A89-BA64-00AA258D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2800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31" name="Google Shape;1031;g3f9c6d89798_0_8622">
            <a:extLst xmlns:a="http://schemas.openxmlformats.org/drawingml/2006/main">
              <a:ext uri="{FF2B5EF4-FFF2-40B4-BE49-F238E27FC236}">
                <a16:creationId xmlns:a16="http://schemas.microsoft.com/office/drawing/2014/main" id="{C1DB5946-05F0-494C-8ABA-810372E3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2" name="Google Shape;1032;g3f9c6d89798_0_8622">
            <a:extLst xmlns:a="http://schemas.openxmlformats.org/drawingml/2006/main">
              <a:ext uri="{FF2B5EF4-FFF2-40B4-BE49-F238E27FC236}">
                <a16:creationId xmlns:a16="http://schemas.microsoft.com/office/drawing/2014/main" id="{DD9CEAB4-1417-485E-92D1-B18B68EA65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5218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33" name="Google Shape;1033;g3f9c6d89798_0_8622">
            <a:extLst xmlns:a="http://schemas.openxmlformats.org/drawingml/2006/main">
              <a:ext uri="{FF2B5EF4-FFF2-40B4-BE49-F238E27FC236}">
                <a16:creationId xmlns:a16="http://schemas.microsoft.com/office/drawing/2014/main" id="{A058AFFE-B6FD-4765-8363-1EA8C0C5F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1743625"/>
            <a:ext cx="75333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34" name="Google Shape;1034;g3f9c6d89798_0_8622">
            <a:extLst xmlns:a="http://schemas.openxmlformats.org/drawingml/2006/main">
              <a:ext uri="{FF2B5EF4-FFF2-40B4-BE49-F238E27FC236}">
                <a16:creationId xmlns:a16="http://schemas.microsoft.com/office/drawing/2014/main" id="{285195D5-F603-41B6-A279-4269A92F6E7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3725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035" name="Google Shape;1035;g3f9c6d89798_0_8622">
            <a:extLst xmlns:a="http://schemas.openxmlformats.org/drawingml/2006/main">
              <a:ext uri="{FF2B5EF4-FFF2-40B4-BE49-F238E27FC236}">
                <a16:creationId xmlns:a16="http://schemas.microsoft.com/office/drawing/2014/main" id="{4F5BF7C5-9539-4825-8BBE-1AA84C68CAB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1850" y="4605500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046" name="Google Shape;1036;g3f9c6d89798_0_862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7" name="Google Shape;1037;g3f9c6d89798_0_8622">
            <a:extLst xmlns:a="http://schemas.openxmlformats.org/drawingml/2006/main">
              <a:ext uri="{FF2B5EF4-FFF2-40B4-BE49-F238E27FC236}">
                <a16:creationId xmlns:a16="http://schemas.microsoft.com/office/drawing/2014/main" id="{B5A621C1-1EEF-4E15-8939-6DCA8CD6C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48" name="Google Shape;1038;g3f9c6d89798_0_86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07512ee5154b4d">
            <a:alphaModFix/>
          </a:blip>
          <a:srcRect xmlns:a="http://schemas.openxmlformats.org/drawingml/2006/main" l="62774" t="12166" r="0" b="14809"/>
          <a:stretch xmlns:a="http://schemas.openxmlformats.org/drawingml/2006/main"/>
        </p:blipFill>
        <p:spPr>
          <a:xfrm xmlns:a="http://schemas.openxmlformats.org/drawingml/2006/main">
            <a:off x="8658550" y="933600"/>
            <a:ext cx="3533450" cy="3899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9" name="Google Shape;1039;g3f9c6d89798_0_86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904626602447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2.xml><?xml version="1.0" encoding="utf-8"?>
<p:sldLayout xmlns:p="http://schemas.openxmlformats.org/presentationml/2006/main" matchingName="Theme 2 closing">
  <p:cSld name="TITLE_1_1">
    <p:bg>
      <p:bgPr>
        <a:solidFill xmlns:a="http://schemas.openxmlformats.org/drawingml/2006/main">
          <a:srgbClr val="1B0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1" name="Google Shape;1041;g3f9c6d89798_0_8633">
            <a:extLst xmlns:a="http://schemas.openxmlformats.org/drawingml/2006/main">
              <a:ext uri="{FF2B5EF4-FFF2-40B4-BE49-F238E27FC236}">
                <a16:creationId xmlns:a16="http://schemas.microsoft.com/office/drawing/2014/main" id="{D38F482A-E61C-4A34-9BF6-6588CD7F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57028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42" name="Google Shape;1042;g3f9c6d89798_0_8633">
            <a:extLst xmlns:a="http://schemas.openxmlformats.org/drawingml/2006/main">
              <a:ext uri="{FF2B5EF4-FFF2-40B4-BE49-F238E27FC236}">
                <a16:creationId xmlns:a16="http://schemas.microsoft.com/office/drawing/2014/main" id="{580310C0-945B-494C-99FC-56E5384B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3" name="Google Shape;1043;g3f9c6d89798_0_8633">
            <a:extLst xmlns:a="http://schemas.openxmlformats.org/drawingml/2006/main">
              <a:ext uri="{FF2B5EF4-FFF2-40B4-BE49-F238E27FC236}">
                <a16:creationId xmlns:a16="http://schemas.microsoft.com/office/drawing/2014/main" id="{42C97CA9-14C8-4CAF-999A-8449A1FB82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008425"/>
            <a:ext cx="41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1044" name="Google Shape;1044;g3f9c6d89798_0_8633">
            <a:extLst xmlns:a="http://schemas.openxmlformats.org/drawingml/2006/main">
              <a:ext uri="{FF2B5EF4-FFF2-40B4-BE49-F238E27FC236}">
                <a16:creationId xmlns:a16="http://schemas.microsoft.com/office/drawing/2014/main" id="{D5245053-8B86-42DB-9B6A-87AD37EAA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568625"/>
            <a:ext cx="4905000" cy="19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45" name="Google Shape;1045;g3f9c6d89798_0_8633">
            <a:extLst xmlns:a="http://schemas.openxmlformats.org/drawingml/2006/main">
              <a:ext uri="{FF2B5EF4-FFF2-40B4-BE49-F238E27FC236}">
                <a16:creationId xmlns:a16="http://schemas.microsoft.com/office/drawing/2014/main" id="{2D4D539C-F6BB-4528-B7C1-EDC2E282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19998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linkedin.com/company/red-hat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46" name="Google Shape;1046;g3f9c6d89798_0_8633">
            <a:extLst xmlns:a="http://schemas.openxmlformats.org/drawingml/2006/main">
              <a:ext uri="{FF2B5EF4-FFF2-40B4-BE49-F238E27FC236}">
                <a16:creationId xmlns:a16="http://schemas.microsoft.com/office/drawing/2014/main" id="{C3610CDC-F6BC-47EF-96F6-FE717071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26916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youtube.com/user/RedHatVideos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47" name="Google Shape;1047;g3f9c6d89798_0_8633">
            <a:extLst xmlns:a="http://schemas.openxmlformats.org/drawingml/2006/main">
              <a:ext uri="{FF2B5EF4-FFF2-40B4-BE49-F238E27FC236}">
                <a16:creationId xmlns:a16="http://schemas.microsoft.com/office/drawing/2014/main" id="{D774626A-BB7D-4A39-90C9-C99A2D10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33835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facebook.com/redhatinc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48" name="Google Shape;1048;g3f9c6d89798_0_8633">
            <a:extLst xmlns:a="http://schemas.openxmlformats.org/drawingml/2006/main">
              <a:ext uri="{FF2B5EF4-FFF2-40B4-BE49-F238E27FC236}">
                <a16:creationId xmlns:a16="http://schemas.microsoft.com/office/drawing/2014/main" id="{A173C037-1A4E-48D5-A9EF-F998223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40753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x.com/RedHat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1065" name="Google Shape;1049;g3f9c6d89798_0_8633"/>
          <p:cNvCxnSpPr/>
          <p:nvPr/>
        </p:nvCxnSpPr>
        <p:spPr>
          <a:xfrm xmlns:a="http://schemas.openxmlformats.org/drawingml/2006/main" rot="10800000">
            <a:off x="447775" y="50"/>
            <a:ext cx="0" cy="2282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6" name="Google Shape;1050;g3f9c6d89798_0_8633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1" name="Google Shape;1051;g3f9c6d89798_0_8633">
            <a:extLst xmlns:a="http://schemas.openxmlformats.org/drawingml/2006/main">
              <a:ext uri="{FF2B5EF4-FFF2-40B4-BE49-F238E27FC236}">
                <a16:creationId xmlns:a16="http://schemas.microsoft.com/office/drawing/2014/main" id="{BF1CCF05-6057-478C-90DE-9E2960812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68" name="Google Shape;1052;g3f9c6d89798_0_86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e3a4f1183b45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3470249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9" name="Google Shape;1053;g3f9c6d89798_0_86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5cdde06adc4e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277837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0" name="Google Shape;1054;g3f9c6d89798_0_86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a4a1192d2e43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4" y="2086500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1" name="Google Shape;1055;g3f9c6d89798_0_86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c7136ed0554ac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416212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2" name="Google Shape;1056;g3f9c6d89798_0_86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6b73011d814c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3.xml><?xml version="1.0" encoding="utf-8"?>
<p:sldLayout xmlns:p="http://schemas.openxmlformats.org/presentationml/2006/main" matchingName="Theme 2 closing 1">
  <p:cSld name="TITLE_1_1_2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8" name="Google Shape;1058;g3f9c6d89798_0_8650">
            <a:extLst xmlns:a="http://schemas.openxmlformats.org/drawingml/2006/main">
              <a:ext uri="{FF2B5EF4-FFF2-40B4-BE49-F238E27FC236}">
                <a16:creationId xmlns:a16="http://schemas.microsoft.com/office/drawing/2014/main" id="{12677BD6-BB86-402B-9B39-96C0409D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2800"/>
            <a:ext cx="12192000" cy="101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59" name="Google Shape;1059;g3f9c6d89798_0_8650">
            <a:extLst xmlns:a="http://schemas.openxmlformats.org/drawingml/2006/main">
              <a:ext uri="{FF2B5EF4-FFF2-40B4-BE49-F238E27FC236}">
                <a16:creationId xmlns:a16="http://schemas.microsoft.com/office/drawing/2014/main" id="{43C14B3D-707B-42B3-84E7-FD4E85AA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175" y="5878875"/>
            <a:ext cx="25749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0" name="Google Shape;1060;g3f9c6d89798_0_8650">
            <a:extLst xmlns:a="http://schemas.openxmlformats.org/drawingml/2006/main">
              <a:ext uri="{FF2B5EF4-FFF2-40B4-BE49-F238E27FC236}">
                <a16:creationId xmlns:a16="http://schemas.microsoft.com/office/drawing/2014/main" id="{C4D5950E-926D-40BD-BB91-F15B0F6410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83725" y="3008425"/>
            <a:ext cx="4146300" cy="152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1061" name="Google Shape;1061;g3f9c6d89798_0_8650">
            <a:extLst xmlns:a="http://schemas.openxmlformats.org/drawingml/2006/main">
              <a:ext uri="{FF2B5EF4-FFF2-40B4-BE49-F238E27FC236}">
                <a16:creationId xmlns:a16="http://schemas.microsoft.com/office/drawing/2014/main" id="{39FA83F7-F612-4ACC-8E6A-2DBD42AC9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3875" y="568625"/>
            <a:ext cx="4905000" cy="19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62" name="Google Shape;1062;g3f9c6d89798_0_8650">
            <a:extLst xmlns:a="http://schemas.openxmlformats.org/drawingml/2006/main">
              <a:ext uri="{FF2B5EF4-FFF2-40B4-BE49-F238E27FC236}">
                <a16:creationId xmlns:a16="http://schemas.microsoft.com/office/drawing/2014/main" id="{1A776383-EBB5-4327-8011-9DCD7CCD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19998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linkedin.com/company/red-hat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63" name="Google Shape;1063;g3f9c6d89798_0_8650">
            <a:extLst xmlns:a="http://schemas.openxmlformats.org/drawingml/2006/main">
              <a:ext uri="{FF2B5EF4-FFF2-40B4-BE49-F238E27FC236}">
                <a16:creationId xmlns:a16="http://schemas.microsoft.com/office/drawing/2014/main" id="{FD350FF9-4651-4E07-A19C-F1D9B1AC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26916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youtube.com/user/RedHatVideos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64" name="Google Shape;1064;g3f9c6d89798_0_8650">
            <a:extLst xmlns:a="http://schemas.openxmlformats.org/drawingml/2006/main">
              <a:ext uri="{FF2B5EF4-FFF2-40B4-BE49-F238E27FC236}">
                <a16:creationId xmlns:a16="http://schemas.microsoft.com/office/drawing/2014/main" id="{6A866124-7F51-4363-8867-3026CA63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338352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facebook.com/redhatinc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65" name="Google Shape;1065;g3f9c6d89798_0_8650">
            <a:extLst xmlns:a="http://schemas.openxmlformats.org/drawingml/2006/main">
              <a:ext uri="{FF2B5EF4-FFF2-40B4-BE49-F238E27FC236}">
                <a16:creationId xmlns:a16="http://schemas.microsoft.com/office/drawing/2014/main" id="{FEC992BE-1C6D-4483-AD54-20063606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472" y="4075375"/>
            <a:ext cx="2993400" cy="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x.com/RedHat</a:t>
            </a:r>
            <a:endParaRPr sz="1400" b="0" i="0" u="none" cap="none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1082" name="Google Shape;1066;g3f9c6d89798_0_8650"/>
          <p:cNvCxnSpPr/>
          <p:nvPr/>
        </p:nvCxnSpPr>
        <p:spPr>
          <a:xfrm xmlns:a="http://schemas.openxmlformats.org/drawingml/2006/main" rot="10800000">
            <a:off x="447775" y="50"/>
            <a:ext cx="0" cy="2282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3" name="Google Shape;1067;g3f9c6d89798_0_865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8" name="Google Shape;1068;g3f9c6d89798_0_8650">
            <a:extLst xmlns:a="http://schemas.openxmlformats.org/drawingml/2006/main">
              <a:ext uri="{FF2B5EF4-FFF2-40B4-BE49-F238E27FC236}">
                <a16:creationId xmlns:a16="http://schemas.microsoft.com/office/drawing/2014/main" id="{BAE27288-92EF-4094-ABF1-536E2D89C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85" name="Google Shape;1069;g3f9c6d89798_0_86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a4eca414f6483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3470249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6" name="Google Shape;1070;g3f9c6d89798_0_86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45d78d77ca49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277837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7" name="Google Shape;1071;g3f9c6d89798_0_86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acb121712f46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4" y="2086500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8" name="Google Shape;1072;g3f9c6d89798_0_86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85b338bf2048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2672" y="4162124"/>
            <a:ext cx="282625" cy="28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9" name="Google Shape;1073;g3f9c6d89798_0_86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30e61e18404c2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4.xml><?xml version="1.0" encoding="utf-8"?>
<p:sldLayout xmlns:p="http://schemas.openxmlformats.org/presentationml/2006/main" matchingName="Full-width Image">
  <p:cSld name="TITLE_1_1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5" name="Google Shape;1075;g3f9c6d89798_0_8667">
            <a:extLst xmlns:a="http://schemas.openxmlformats.org/drawingml/2006/main">
              <a:ext uri="{FF2B5EF4-FFF2-40B4-BE49-F238E27FC236}">
                <a16:creationId xmlns:a16="http://schemas.microsoft.com/office/drawing/2014/main" id="{F4F73107-7811-4A28-9BFF-E84255FC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450" y="5878875"/>
            <a:ext cx="33837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81" name="Google Shape;1076;g3f9c6d89798_0_8667"/>
          <p:cNvCxnSpPr/>
          <p:nvPr/>
        </p:nvCxnSpPr>
        <p:spPr>
          <a:xfrm xmlns:a="http://schemas.openxmlformats.org/drawingml/2006/main" rot="10800000">
            <a:off x="447775" y="50"/>
            <a:ext cx="0" cy="2282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2" name="Google Shape;1077;g3f9c6d89798_0_866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8" name="Google Shape;1078;g3f9c6d89798_0_8667">
            <a:extLst xmlns:a="http://schemas.openxmlformats.org/drawingml/2006/main">
              <a:ext uri="{FF2B5EF4-FFF2-40B4-BE49-F238E27FC236}">
                <a16:creationId xmlns:a16="http://schemas.microsoft.com/office/drawing/2014/main" id="{F1FDFCAD-4276-4E63-B234-918C79DD23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84" name="Google Shape;1079;g3f9c6d89798_0_86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274481c4724c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2061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5.xml><?xml version="1.0" encoding="utf-8"?>
<p:sldLayout xmlns:p="http://schemas.openxmlformats.org/presentationml/2006/main" matchingName="Webinar title">
  <p:cSld name="TITLE_3">
    <p:bg>
      <p:bgPr>
        <a:solidFill xmlns:a="http://schemas.openxmlformats.org/drawingml/2006/main">
          <a:srgbClr val="EBEBEB">
            <a:alpha val="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90" name="Google Shape;1081;g3f9c6d89798_0_867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f7059683d549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19200" y="762000"/>
            <a:ext cx="2145944" cy="50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2" name="Google Shape;1082;g3f9c6d89798_0_8673">
            <a:extLst xmlns:a="http://schemas.openxmlformats.org/drawingml/2006/main">
              <a:ext uri="{FF2B5EF4-FFF2-40B4-BE49-F238E27FC236}">
                <a16:creationId xmlns:a16="http://schemas.microsoft.com/office/drawing/2014/main" id="{390AB6C4-33D5-4F69-BAF3-A0FDE52C9B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69325" y="4436225"/>
            <a:ext cx="7533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83" name="Google Shape;1083;g3f9c6d89798_0_8673">
            <a:extLst xmlns:a="http://schemas.openxmlformats.org/drawingml/2006/main">
              <a:ext uri="{FF2B5EF4-FFF2-40B4-BE49-F238E27FC236}">
                <a16:creationId xmlns:a16="http://schemas.microsoft.com/office/drawing/2014/main" id="{7C003598-E394-4175-9791-B0AA47242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69475" y="2658025"/>
            <a:ext cx="9871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2pPr>
            <a:lvl3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3pPr>
            <a:lvl4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4pPr>
            <a:lvl5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5pPr>
            <a:lvl6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6pPr>
            <a:lvl7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7pPr>
            <a:lvl8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8pPr>
            <a:lvl9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 b="1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84" name="Google Shape;1084;g3f9c6d89798_0_8673">
            <a:extLst xmlns:a="http://schemas.openxmlformats.org/drawingml/2006/main">
              <a:ext uri="{FF2B5EF4-FFF2-40B4-BE49-F238E27FC236}">
                <a16:creationId xmlns:a16="http://schemas.microsoft.com/office/drawing/2014/main" id="{9A0D9AC7-55FC-4BF4-B0EB-68615E3EF1F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169325" y="5454694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1085" name="Google Shape;1085;g3f9c6d89798_0_8673">
            <a:extLst xmlns:a="http://schemas.openxmlformats.org/drawingml/2006/main">
              <a:ext uri="{FF2B5EF4-FFF2-40B4-BE49-F238E27FC236}">
                <a16:creationId xmlns:a16="http://schemas.microsoft.com/office/drawing/2014/main" id="{BD58C32B-53C0-4233-AB2C-EB193866A4A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557450" y="5454694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095" name="Google Shape;1086;g3f9c6d89798_0_8673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7" name="Google Shape;1087;g3f9c6d89798_0_8673">
            <a:extLst xmlns:a="http://schemas.openxmlformats.org/drawingml/2006/main">
              <a:ext uri="{FF2B5EF4-FFF2-40B4-BE49-F238E27FC236}">
                <a16:creationId xmlns:a16="http://schemas.microsoft.com/office/drawing/2014/main" id="{A88FAB61-0E59-4EA5-85A5-1929C080B8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97" name="Google Shape;1088;g3f9c6d89798_0_867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caed03e9d24f9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5978524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6.xml><?xml version="1.0" encoding="utf-8"?>
<p:sldLayout xmlns:p="http://schemas.openxmlformats.org/presentationml/2006/main" matchingName="Theme 2 divider A">
  <p:cSld name="CUSTOM_2">
    <p:bg>
      <p:bgPr>
        <a:blipFill xmlns:a="http://schemas.openxmlformats.org/drawingml/2006/main">
          <a:blip xmlns:r="http://schemas.openxmlformats.org/officeDocument/2006/relationships" r:embed="Rc8469d2da0c145e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0" name="Google Shape;1090;g3f9c6d89798_0_8682">
            <a:extLst xmlns:a="http://schemas.openxmlformats.org/drawingml/2006/main">
              <a:ext uri="{FF2B5EF4-FFF2-40B4-BE49-F238E27FC236}">
                <a16:creationId xmlns:a16="http://schemas.microsoft.com/office/drawing/2014/main" id="{DA9FDD04-7126-4A95-86EB-967A4DCBD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775" y="1084561"/>
            <a:ext cx="6825000" cy="21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098" name="Google Shape;1091;g3f9c6d89798_0_868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9" name="Google Shape;1092;g3f9c6d89798_0_868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3" name="Google Shape;1093;g3f9c6d89798_0_8682">
            <a:extLst xmlns:a="http://schemas.openxmlformats.org/drawingml/2006/main">
              <a:ext uri="{FF2B5EF4-FFF2-40B4-BE49-F238E27FC236}">
                <a16:creationId xmlns:a16="http://schemas.microsoft.com/office/drawing/2014/main" id="{7AB087C0-A454-4E59-9573-02AB441A89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1094" name="Google Shape;1094;g3f9c6d89798_0_8682">
            <a:extLst xmlns:a="http://schemas.openxmlformats.org/drawingml/2006/main">
              <a:ext uri="{FF2B5EF4-FFF2-40B4-BE49-F238E27FC236}">
                <a16:creationId xmlns:a16="http://schemas.microsoft.com/office/drawing/2014/main" id="{95CA00AC-90F1-4539-864F-B182E9A3045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9480050" y="1743719"/>
            <a:ext cx="2124300" cy="33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95" name="Google Shape;1095;g3f9c6d89798_0_8682">
            <a:extLst xmlns:a="http://schemas.openxmlformats.org/drawingml/2006/main">
              <a:ext uri="{FF2B5EF4-FFF2-40B4-BE49-F238E27FC236}">
                <a16:creationId xmlns:a16="http://schemas.microsoft.com/office/drawing/2014/main" id="{59D82531-EBAE-49F0-AF72-626B7D54B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103" name="Google Shape;1096;g3f9c6d89798_0_868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71af3b038742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2816" y="6021209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7.xml><?xml version="1.0" encoding="utf-8"?>
<p:sldLayout xmlns:p="http://schemas.openxmlformats.org/presentationml/2006/main" matchingName="Theme 2 divider B">
  <p:cSld name="CUSTOM_2_1">
    <p:bg>
      <p:bgPr>
        <a:blipFill xmlns:a="http://schemas.openxmlformats.org/drawingml/2006/main">
          <a:blip xmlns:r="http://schemas.openxmlformats.org/officeDocument/2006/relationships" r:embed="R7df00032a914484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8" name="Google Shape;1098;g3f9c6d89798_0_8690">
            <a:extLst xmlns:a="http://schemas.openxmlformats.org/drawingml/2006/main">
              <a:ext uri="{FF2B5EF4-FFF2-40B4-BE49-F238E27FC236}">
                <a16:creationId xmlns:a16="http://schemas.microsoft.com/office/drawing/2014/main" id="{AB144A3B-87AD-4477-856B-1F5EE4A4E2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775" y="1084561"/>
            <a:ext cx="6825000" cy="21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106" name="Google Shape;1099;g3f9c6d89798_0_869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7" name="Google Shape;1100;g3f9c6d89798_0_869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1" name="Google Shape;1101;g3f9c6d89798_0_8690">
            <a:extLst xmlns:a="http://schemas.openxmlformats.org/drawingml/2006/main">
              <a:ext uri="{FF2B5EF4-FFF2-40B4-BE49-F238E27FC236}">
                <a16:creationId xmlns:a16="http://schemas.microsoft.com/office/drawing/2014/main" id="{9A1D7C8C-B7D2-4F3E-B8B1-A9116936D8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1102" name="Google Shape;1102;g3f9c6d89798_0_8690">
            <a:extLst xmlns:a="http://schemas.openxmlformats.org/drawingml/2006/main">
              <a:ext uri="{FF2B5EF4-FFF2-40B4-BE49-F238E27FC236}">
                <a16:creationId xmlns:a16="http://schemas.microsoft.com/office/drawing/2014/main" id="{5F4362DF-E60F-44C8-A98E-40C2C5C1C7D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9480050" y="1743719"/>
            <a:ext cx="2124300" cy="33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03" name="Google Shape;1103;g3f9c6d89798_0_8690">
            <a:extLst xmlns:a="http://schemas.openxmlformats.org/drawingml/2006/main">
              <a:ext uri="{FF2B5EF4-FFF2-40B4-BE49-F238E27FC236}">
                <a16:creationId xmlns:a16="http://schemas.microsoft.com/office/drawing/2014/main" id="{8E633960-81C3-4395-AB16-6C3504D22D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111" name="Google Shape;1104;g3f9c6d89798_0_869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5faa4e61c542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330260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8.xml><?xml version="1.0" encoding="utf-8"?>
<p:sldLayout xmlns:p="http://schemas.openxmlformats.org/presentationml/2006/main" matchingName="Interior call out A">
  <p:cSld name="CUSTOM_2_1_2">
    <p:bg>
      <p:bgPr>
        <a:blipFill xmlns:a="http://schemas.openxmlformats.org/drawingml/2006/main">
          <a:blip xmlns:r="http://schemas.openxmlformats.org/officeDocument/2006/relationships" r:embed="Rc88ee61ab74a43c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2" name="Google Shape;1106;g3f9c6d89798_0_8698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3" name="Google Shape;1107;g3f9c6d89798_0_8698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8" name="Google Shape;1108;g3f9c6d89798_0_8698">
            <a:extLst xmlns:a="http://schemas.openxmlformats.org/drawingml/2006/main">
              <a:ext uri="{FF2B5EF4-FFF2-40B4-BE49-F238E27FC236}">
                <a16:creationId xmlns:a16="http://schemas.microsoft.com/office/drawing/2014/main" id="{BA090BA9-8C58-4713-862F-EC0F727844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1109" name="Google Shape;1109;g3f9c6d89798_0_8698">
            <a:extLst xmlns:a="http://schemas.openxmlformats.org/drawingml/2006/main">
              <a:ext uri="{FF2B5EF4-FFF2-40B4-BE49-F238E27FC236}">
                <a16:creationId xmlns:a16="http://schemas.microsoft.com/office/drawing/2014/main" id="{833D631E-9089-4EA5-AB54-6F58D252D1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10" name="Google Shape;1110;g3f9c6d89798_0_8698">
            <a:extLst xmlns:a="http://schemas.openxmlformats.org/drawingml/2006/main">
              <a:ext uri="{FF2B5EF4-FFF2-40B4-BE49-F238E27FC236}">
                <a16:creationId xmlns:a16="http://schemas.microsoft.com/office/drawing/2014/main" id="{9624D99C-FE08-4D00-B215-749E2DE405E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9480050" y="1401753"/>
            <a:ext cx="2124300" cy="405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117" name="Google Shape;1111;g3f9c6d89798_0_869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ffd818a2704c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9.xml><?xml version="1.0" encoding="utf-8"?>
<p:sldLayout xmlns:p="http://schemas.openxmlformats.org/presentationml/2006/main" matchingName="Theme 2 divider C">
  <p:cSld name="CUSTOM_2_1_1">
    <p:bg>
      <p:bgPr>
        <a:blipFill xmlns:a="http://schemas.openxmlformats.org/drawingml/2006/main">
          <a:blip xmlns:r="http://schemas.openxmlformats.org/officeDocument/2006/relationships" r:embed="Rb3873a19486a4c6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3" name="Google Shape;1113;g3f9c6d89798_0_8705">
            <a:extLst xmlns:a="http://schemas.openxmlformats.org/drawingml/2006/main">
              <a:ext uri="{FF2B5EF4-FFF2-40B4-BE49-F238E27FC236}">
                <a16:creationId xmlns:a16="http://schemas.microsoft.com/office/drawing/2014/main" id="{013DC8BA-AFE8-4D3F-A3AE-2E6C4E326C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775" y="1084561"/>
            <a:ext cx="6825000" cy="21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122" name="Google Shape;1114;g3f9c6d89798_0_8705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3" name="Google Shape;1115;g3f9c6d89798_0_8705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6" name="Google Shape;1116;g3f9c6d89798_0_8705">
            <a:extLst xmlns:a="http://schemas.openxmlformats.org/drawingml/2006/main">
              <a:ext uri="{FF2B5EF4-FFF2-40B4-BE49-F238E27FC236}">
                <a16:creationId xmlns:a16="http://schemas.microsoft.com/office/drawing/2014/main" id="{237E4F2E-CE0C-4B2B-9C79-03380B167F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1117" name="Google Shape;1117;g3f9c6d89798_0_8705">
            <a:extLst xmlns:a="http://schemas.openxmlformats.org/drawingml/2006/main">
              <a:ext uri="{FF2B5EF4-FFF2-40B4-BE49-F238E27FC236}">
                <a16:creationId xmlns:a16="http://schemas.microsoft.com/office/drawing/2014/main" id="{E1CFA3AB-AC04-4A4F-8AF2-93DA660E9DE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9480050" y="1743719"/>
            <a:ext cx="2124300" cy="33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18" name="Google Shape;1118;g3f9c6d89798_0_8705">
            <a:extLst xmlns:a="http://schemas.openxmlformats.org/drawingml/2006/main">
              <a:ext uri="{FF2B5EF4-FFF2-40B4-BE49-F238E27FC236}">
                <a16:creationId xmlns:a16="http://schemas.microsoft.com/office/drawing/2014/main" id="{B53ECA61-1D6D-42A9-8588-DF4D4E6EEBF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9480050" y="1743719"/>
            <a:ext cx="2124300" cy="33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19" name="Google Shape;1119;g3f9c6d89798_0_8705">
            <a:extLst xmlns:a="http://schemas.openxmlformats.org/drawingml/2006/main">
              <a:ext uri="{FF2B5EF4-FFF2-40B4-BE49-F238E27FC236}">
                <a16:creationId xmlns:a16="http://schemas.microsoft.com/office/drawing/2014/main" id="{74073AA8-BC91-4584-9068-5AFC7CBB34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128" name="Google Shape;1120;g3f9c6d89798_0_870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139a3d71184a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16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0.xml><?xml version="1.0" encoding="utf-8"?>
<p:sldLayout xmlns:p="http://schemas.openxmlformats.org/presentationml/2006/main" matchingName="Interior call out B">
  <p:cSld name="CUSTOM_2_1_1_1">
    <p:bg>
      <p:bgPr>
        <a:blipFill xmlns:a="http://schemas.openxmlformats.org/drawingml/2006/main">
          <a:blip xmlns:r="http://schemas.openxmlformats.org/officeDocument/2006/relationships" r:embed="R0f4a708c393d4b0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2" name="Google Shape;1122;g3f9c6d89798_0_8714">
            <a:extLst xmlns:a="http://schemas.openxmlformats.org/drawingml/2006/main">
              <a:ext uri="{FF2B5EF4-FFF2-40B4-BE49-F238E27FC236}">
                <a16:creationId xmlns:a16="http://schemas.microsoft.com/office/drawing/2014/main" id="{7F271696-CC36-4D94-ABA0-8044ECA0DD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480050" y="1327204"/>
            <a:ext cx="2124300" cy="420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129" name="Google Shape;1123;g3f9c6d89798_0_871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0" name="Google Shape;1124;g3f9c6d89798_0_871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5" name="Google Shape;1125;g3f9c6d89798_0_8714">
            <a:extLst xmlns:a="http://schemas.openxmlformats.org/drawingml/2006/main">
              <a:ext uri="{FF2B5EF4-FFF2-40B4-BE49-F238E27FC236}">
                <a16:creationId xmlns:a16="http://schemas.microsoft.com/office/drawing/2014/main" id="{3C924C0B-AB5F-48FA-AD7C-E17F2360044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1126" name="Google Shape;1126;g3f9c6d89798_0_8714">
            <a:extLst xmlns:a="http://schemas.openxmlformats.org/drawingml/2006/main">
              <a:ext uri="{FF2B5EF4-FFF2-40B4-BE49-F238E27FC236}">
                <a16:creationId xmlns:a16="http://schemas.microsoft.com/office/drawing/2014/main" id="{8CBF880E-1C33-4102-9769-A303376AE4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133" name="Google Shape;1127;g3f9c6d89798_0_87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371b5b927845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2866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1.xml><?xml version="1.0" encoding="utf-8"?>
<p:sldLayout xmlns:p="http://schemas.openxmlformats.org/presentationml/2006/main" matchingName="Theme 2 divider D">
  <p:cSld name="CUSTOM_3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9" name="Google Shape;1129;g3f9c6d89798_0_8721">
            <a:extLst xmlns:a="http://schemas.openxmlformats.org/drawingml/2006/main">
              <a:ext uri="{FF2B5EF4-FFF2-40B4-BE49-F238E27FC236}">
                <a16:creationId xmlns:a16="http://schemas.microsoft.com/office/drawing/2014/main" id="{1F58AD7F-896D-4937-B831-1B322E6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" y="0"/>
            <a:ext cx="88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9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30" name="Google Shape;1130;g3f9c6d89798_0_8721">
            <a:extLst xmlns:a="http://schemas.openxmlformats.org/drawingml/2006/main">
              <a:ext uri="{FF2B5EF4-FFF2-40B4-BE49-F238E27FC236}">
                <a16:creationId xmlns:a16="http://schemas.microsoft.com/office/drawing/2014/main" id="{F52840F5-5AF4-4E54-BFB7-FC9BD2587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76025" y="1883250"/>
            <a:ext cx="7992000" cy="307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138" name="Google Shape;1131;g3f9c6d89798_0_8721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2" name="Google Shape;1132;g3f9c6d89798_0_8721">
            <a:extLst xmlns:a="http://schemas.openxmlformats.org/drawingml/2006/main">
              <a:ext uri="{FF2B5EF4-FFF2-40B4-BE49-F238E27FC236}">
                <a16:creationId xmlns:a16="http://schemas.microsoft.com/office/drawing/2014/main" id="{EF2773FE-674A-42D9-A1C1-EE5B5841E0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140" name="Google Shape;1133;g3f9c6d89798_0_8721"/>
          <p:cNvCxnSpPr/>
          <p:nvPr/>
        </p:nvCxnSpPr>
        <p:spPr>
          <a:xfrm xmlns:a="http://schemas.openxmlformats.org/drawingml/2006/main">
            <a:off x="2076025" y="1653700"/>
            <a:ext cx="13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4" name="Google Shape;1134;g3f9c6d89798_0_8721">
            <a:extLst xmlns:a="http://schemas.openxmlformats.org/drawingml/2006/main">
              <a:ext uri="{FF2B5EF4-FFF2-40B4-BE49-F238E27FC236}">
                <a16:creationId xmlns:a16="http://schemas.microsoft.com/office/drawing/2014/main" id="{3CFAEEC7-1A9F-40C9-8177-DADE53CCA9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142" name="Google Shape;1135;g3f9c6d89798_0_87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07ea4f649145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166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2.xml><?xml version="1.0" encoding="utf-8"?>
<p:sldLayout xmlns:p="http://schemas.openxmlformats.org/presentationml/2006/main" matchingName="Cover slide with Image">
  <p:cSld name="CUSTOM_3_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7" name="Google Shape;1137;g3f9c6d89798_0_8729">
            <a:extLst xmlns:a="http://schemas.openxmlformats.org/drawingml/2006/main">
              <a:ext uri="{FF2B5EF4-FFF2-40B4-BE49-F238E27FC236}">
                <a16:creationId xmlns:a16="http://schemas.microsoft.com/office/drawing/2014/main" id="{CE145BE1-392C-4714-99EC-45A0B00E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" y="0"/>
            <a:ext cx="88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D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1149" name="Google Shape;1138;g3f9c6d89798_0_872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9" name="Google Shape;1139;g3f9c6d89798_0_8729">
            <a:extLst xmlns:a="http://schemas.openxmlformats.org/drawingml/2006/main">
              <a:ext uri="{FF2B5EF4-FFF2-40B4-BE49-F238E27FC236}">
                <a16:creationId xmlns:a16="http://schemas.microsoft.com/office/drawing/2014/main" id="{40A710A2-9568-4C20-8E9A-1EF8533F67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pic>
        <p:nvPicPr>
          <p:cNvPr id="1151" name="Google Shape;1140;g3f9c6d89798_0_87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4b39ae87384ecc">
            <a:alphaModFix/>
          </a:blip>
          <a:srcRect xmlns:a="http://schemas.openxmlformats.org/drawingml/2006/main" l="0" t="328" r="0" b="318"/>
          <a:stretch xmlns:a="http://schemas.openxmlformats.org/drawingml/2006/main"/>
        </p:blipFill>
        <p:spPr>
          <a:xfrm xmlns:a="http://schemas.openxmlformats.org/drawingml/2006/main">
            <a:off x="10711279" y="6313250"/>
            <a:ext cx="975850" cy="2281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41" name="Google Shape;1141;g3f9c6d89798_0_8729">
            <a:extLst xmlns:a="http://schemas.openxmlformats.org/drawingml/2006/main">
              <a:ext uri="{FF2B5EF4-FFF2-40B4-BE49-F238E27FC236}">
                <a16:creationId xmlns:a16="http://schemas.microsoft.com/office/drawing/2014/main" id="{3BFC9237-5511-4A3E-AB7A-2496D72ADB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42" name="Google Shape;1142;g3f9c6d89798_0_8729">
            <a:extLst xmlns:a="http://schemas.openxmlformats.org/drawingml/2006/main">
              <a:ext uri="{FF2B5EF4-FFF2-40B4-BE49-F238E27FC236}">
                <a16:creationId xmlns:a16="http://schemas.microsoft.com/office/drawing/2014/main" id="{8C09F66A-F580-4253-9DED-C3316419DCB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60525" y="3971650"/>
            <a:ext cx="4446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43" name="Google Shape;1143;g3f9c6d89798_0_8729">
            <a:extLst xmlns:a="http://schemas.openxmlformats.org/drawingml/2006/main">
              <a:ext uri="{FF2B5EF4-FFF2-40B4-BE49-F238E27FC236}">
                <a16:creationId xmlns:a16="http://schemas.microsoft.com/office/drawing/2014/main" id="{16FEAFB6-C395-4B2F-AB08-ACCF4B554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0525" y="1709031"/>
            <a:ext cx="5736300" cy="211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144" name="Google Shape;1144;g3f9c6d89798_0_8729">
            <a:extLst xmlns:a="http://schemas.openxmlformats.org/drawingml/2006/main">
              <a:ext uri="{FF2B5EF4-FFF2-40B4-BE49-F238E27FC236}">
                <a16:creationId xmlns:a16="http://schemas.microsoft.com/office/drawing/2014/main" id="{F7A6D8A6-B2D3-4D14-99FC-9821C57B168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660525" y="5318275"/>
            <a:ext cx="2040300" cy="6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45" name="Google Shape;1145;g3f9c6d89798_0_8729">
            <a:extLst xmlns:a="http://schemas.openxmlformats.org/drawingml/2006/main">
              <a:ext uri="{FF2B5EF4-FFF2-40B4-BE49-F238E27FC236}">
                <a16:creationId xmlns:a16="http://schemas.microsoft.com/office/drawing/2014/main" id="{D0E19A42-4DE0-4A4F-94D2-F6DCB200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50" y="5878875"/>
            <a:ext cx="3290100" cy="97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57" name="Google Shape;1146;g3f9c6d89798_0_87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d0f3164e6f4d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20841" y="6220488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3.xml><?xml version="1.0" encoding="utf-8"?>
<p:sldLayout xmlns:p="http://schemas.openxmlformats.org/presentationml/2006/main" matchingName="Theme 2 divider D2">
  <p:cSld name="CUSTOM_8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8" name="Google Shape;1148;g3f9c6d89798_0_8740">
            <a:extLst xmlns:a="http://schemas.openxmlformats.org/drawingml/2006/main">
              <a:ext uri="{FF2B5EF4-FFF2-40B4-BE49-F238E27FC236}">
                <a16:creationId xmlns:a16="http://schemas.microsoft.com/office/drawing/2014/main" id="{9AA5E839-3A30-4202-9774-F0C6F557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" y="0"/>
            <a:ext cx="93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49" name="Google Shape;1149;g3f9c6d89798_0_8740">
            <a:extLst xmlns:a="http://schemas.openxmlformats.org/drawingml/2006/main">
              <a:ext uri="{FF2B5EF4-FFF2-40B4-BE49-F238E27FC236}">
                <a16:creationId xmlns:a16="http://schemas.microsoft.com/office/drawing/2014/main" id="{684EFE62-CBFA-4929-A2FF-202D12D7E3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76025" y="1883250"/>
            <a:ext cx="7992000" cy="307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50" name="Google Shape;1150;g3f9c6d89798_0_8740">
            <a:extLst xmlns:a="http://schemas.openxmlformats.org/drawingml/2006/main">
              <a:ext uri="{FF2B5EF4-FFF2-40B4-BE49-F238E27FC236}">
                <a16:creationId xmlns:a16="http://schemas.microsoft.com/office/drawing/2014/main" id="{30E17904-CD7C-4ADA-9556-43FCF3B76B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5400000">
            <a:off x="-2138450" y="2138400"/>
            <a:ext cx="5148900" cy="8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2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158" name="Google Shape;1151;g3f9c6d89798_0_8740"/>
          <p:cNvCxnSpPr/>
          <p:nvPr/>
        </p:nvCxnSpPr>
        <p:spPr>
          <a:xfrm xmlns:a="http://schemas.openxmlformats.org/drawingml/2006/main">
            <a:off x="2076025" y="1653700"/>
            <a:ext cx="13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9" name="Google Shape;1152;g3f9c6d89798_0_874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3" name="Google Shape;1153;g3f9c6d89798_0_8740">
            <a:extLst xmlns:a="http://schemas.openxmlformats.org/drawingml/2006/main">
              <a:ext uri="{FF2B5EF4-FFF2-40B4-BE49-F238E27FC236}">
                <a16:creationId xmlns:a16="http://schemas.microsoft.com/office/drawing/2014/main" id="{137F141B-9C56-4499-928E-37B1CB5B15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161" name="Google Shape;1154;g3f9c6d89798_0_87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511b1fb6314f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83941" y="623462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4.xml><?xml version="1.0" encoding="utf-8"?>
<p:sldLayout xmlns:p="http://schemas.openxmlformats.org/presentationml/2006/main" matchingName="Theme 1 divider">
  <p:cSld name="CUSTOM_3_1">
    <p:bg>
      <p:bgPr>
        <a:blipFill xmlns:a="http://schemas.openxmlformats.org/drawingml/2006/main">
          <a:blip xmlns:r="http://schemas.openxmlformats.org/officeDocument/2006/relationships" r:embed="R5524b4fb4c404fc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6" name="Google Shape;1156;g3f9c6d89798_0_8748">
            <a:extLst xmlns:a="http://schemas.openxmlformats.org/drawingml/2006/main">
              <a:ext uri="{FF2B5EF4-FFF2-40B4-BE49-F238E27FC236}">
                <a16:creationId xmlns:a16="http://schemas.microsoft.com/office/drawing/2014/main" id="{06064C47-AFA9-4FB5-8376-CC9D9BF32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76025" y="1883250"/>
            <a:ext cx="7992000" cy="307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164" name="Google Shape;1157;g3f9c6d89798_0_8748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5" name="Google Shape;1158;g3f9c6d89798_0_8748"/>
          <p:cNvCxnSpPr/>
          <p:nvPr/>
        </p:nvCxnSpPr>
        <p:spPr>
          <a:xfrm xmlns:a="http://schemas.openxmlformats.org/drawingml/2006/main">
            <a:off x="2076025" y="1653700"/>
            <a:ext cx="13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6" name="Google Shape;1159;g3f9c6d89798_0_8748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0" name="Google Shape;1160;g3f9c6d89798_0_8748">
            <a:extLst xmlns:a="http://schemas.openxmlformats.org/drawingml/2006/main">
              <a:ext uri="{FF2B5EF4-FFF2-40B4-BE49-F238E27FC236}">
                <a16:creationId xmlns:a16="http://schemas.microsoft.com/office/drawing/2014/main" id="{B5BBDDA8-5794-4528-94D8-01EB58023F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1161" name="Google Shape;1161;g3f9c6d89798_0_8748">
            <a:extLst xmlns:a="http://schemas.openxmlformats.org/drawingml/2006/main">
              <a:ext uri="{FF2B5EF4-FFF2-40B4-BE49-F238E27FC236}">
                <a16:creationId xmlns:a16="http://schemas.microsoft.com/office/drawing/2014/main" id="{EA2B3B74-A022-42ED-8DFA-01DA4EEA4F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169" name="Google Shape;1162;g3f9c6d89798_0_874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21fd1c2e2b4b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3132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5.xml><?xml version="1.0" encoding="utf-8"?>
<p:sldLayout xmlns:p="http://schemas.openxmlformats.org/presentationml/2006/main" matchingName="Interior title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4" name="Google Shape;1164;g3f9c6d89798_0_8756">
            <a:extLst xmlns:a="http://schemas.openxmlformats.org/drawingml/2006/main">
              <a:ext uri="{FF2B5EF4-FFF2-40B4-BE49-F238E27FC236}">
                <a16:creationId xmlns:a16="http://schemas.microsoft.com/office/drawing/2014/main" id="{C3C1142A-27AF-475F-A209-178DB9D00D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173" name="Google Shape;1165;g3f9c6d89798_0_8756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4" name="Google Shape;1166;g3f9c6d89798_0_8756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7" name="Google Shape;1167;g3f9c6d89798_0_8756">
            <a:extLst xmlns:a="http://schemas.openxmlformats.org/drawingml/2006/main">
              <a:ext uri="{FF2B5EF4-FFF2-40B4-BE49-F238E27FC236}">
                <a16:creationId xmlns:a16="http://schemas.microsoft.com/office/drawing/2014/main" id="{C413258B-6AAF-4195-8011-145B0A065B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68" name="Google Shape;1168;g3f9c6d89798_0_8756">
            <a:extLst xmlns:a="http://schemas.openxmlformats.org/drawingml/2006/main">
              <a:ext uri="{FF2B5EF4-FFF2-40B4-BE49-F238E27FC236}">
                <a16:creationId xmlns:a16="http://schemas.microsoft.com/office/drawing/2014/main" id="{84A9D403-DF83-4D25-95F3-880F9048CAD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69" name="Google Shape;1169;g3f9c6d89798_0_8756">
            <a:extLst xmlns:a="http://schemas.openxmlformats.org/drawingml/2006/main">
              <a:ext uri="{FF2B5EF4-FFF2-40B4-BE49-F238E27FC236}">
                <a16:creationId xmlns:a16="http://schemas.microsoft.com/office/drawing/2014/main" id="{B7977FE2-C0F7-4646-9571-80833CC8C2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170" name="Google Shape;1170;g3f9c6d89798_0_8756">
            <a:extLst xmlns:a="http://schemas.openxmlformats.org/drawingml/2006/main">
              <a:ext uri="{FF2B5EF4-FFF2-40B4-BE49-F238E27FC236}">
                <a16:creationId xmlns:a16="http://schemas.microsoft.com/office/drawing/2014/main" id="{A26E90FA-DB83-4BD5-B972-CEBCBE63EA3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179" name="Google Shape;1171;g3f9c6d89798_0_87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d7a6757e6949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6.xml><?xml version="1.0" encoding="utf-8"?>
<p:sldLayout xmlns:p="http://schemas.openxmlformats.org/presentationml/2006/main" matchingName="Interior three chevrons">
  <p:cSld name="CUSTOM_4_2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3" name="Google Shape;1173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5197A06E-AAEF-4E1B-B321-6C98405131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190" name="Google Shape;1174;g3f9c6d89798_0_8765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1" name="Google Shape;1175;g3f9c6d89798_0_8765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6" name="Google Shape;1176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00784AA2-1D30-41CC-92DE-3F7B98243C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77" name="Google Shape;1177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D164D644-D406-44DC-8FA4-03795516199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78" name="Google Shape;1178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24EE2D8A-8B91-4F25-A4EA-76F49B4F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500" y="2473638"/>
            <a:ext cx="43890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9" name="Google Shape;1179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30E4DC5B-1048-4E7F-90D3-B95C0583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000" y="2473650"/>
            <a:ext cx="43890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0" name="Google Shape;1180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8E6EB7CE-4FDA-4A12-B988-F18EA49F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3650"/>
            <a:ext cx="43890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1" name="Google Shape;1181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E47C7DA6-3442-426A-B6FB-957725A8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3638"/>
            <a:ext cx="1120500" cy="270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2" name="Google Shape;1182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A6F3754D-16A1-47AC-802D-F4F392A0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500" y="2473638"/>
            <a:ext cx="1120500" cy="270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3" name="Google Shape;1183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BCDE838A-DE51-4703-BB93-CEB65DDC611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901500" y="2473650"/>
            <a:ext cx="43890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97275" tIns="91425" rIns="4572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4" name="Google Shape;1184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EAD718C1-0D6A-4846-BA84-8CA473FA6A4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0" y="2473650"/>
            <a:ext cx="43890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8675" tIns="91425" rIns="7315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5" name="Google Shape;1185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9198E262-DA52-4FC2-A615-D15BA48FE7B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803000" y="2473650"/>
            <a:ext cx="43890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97275" tIns="91425" rIns="4572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6" name="Google Shape;1186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0D7AFE34-E746-4851-9464-8194687E3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187" name="Google Shape;1187;g3f9c6d89798_0_8765">
            <a:extLst xmlns:a="http://schemas.openxmlformats.org/drawingml/2006/main">
              <a:ext uri="{FF2B5EF4-FFF2-40B4-BE49-F238E27FC236}">
                <a16:creationId xmlns:a16="http://schemas.microsoft.com/office/drawing/2014/main" id="{57DE672C-5C91-47C2-ADA1-FE47D471706E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204" name="Google Shape;1188;g3f9c6d89798_0_87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e5d3ff75d543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28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7.xml><?xml version="1.0" encoding="utf-8"?>
<p:sldLayout xmlns:p="http://schemas.openxmlformats.org/presentationml/2006/main" matchingName="Interior two chevrons">
  <p:cSld name="CUSTOM_4_20_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04" name="Google Shape;1190;g3f9c6d89798_0_878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5" name="Google Shape;1191;g3f9c6d89798_0_878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2" name="Google Shape;1192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290D7817-9CD4-4030-953B-375CA26688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93" name="Google Shape;1193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B80FA325-573B-4708-ADAF-3EE81B2682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94" name="Google Shape;1194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9CB0E208-4611-4A98-A2F5-56B99801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3638"/>
            <a:ext cx="1120500" cy="270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5" name="Google Shape;1195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9E222D15-770D-436E-9DB0-EEFEE8D7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500" y="2473638"/>
            <a:ext cx="1120500" cy="270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6" name="Google Shape;1196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0026F990-23E2-411F-900E-37CA8A75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800" y="2473650"/>
            <a:ext cx="63282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7" name="Google Shape;1197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F1BA48B8-1BE0-4CBF-9926-77179154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3650"/>
            <a:ext cx="6328200" cy="2702400"/>
          </a:xfrm>
          <a:prstGeom xmlns:a="http://schemas.openxmlformats.org/drawingml/2006/main" prst="chevron">
            <a:avLst>
              <a:gd name="adj" fmla="val 2731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8" name="Google Shape;1198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11911EBE-D04F-49E0-AC90-11E8D4BD334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0" y="2473650"/>
            <a:ext cx="63282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8675" tIns="91425" rIns="9144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1199" name="Google Shape;1199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7C6C3AAD-6C26-472C-8566-F4AD5741455F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00" name="Google Shape;1200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BE3DEB43-04F9-4737-BB93-2F85035248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201" name="Google Shape;1201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BB6F1451-FA54-4ACA-802E-C1AB433D394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02" name="Google Shape;1202;g3f9c6d89798_0_8782">
            <a:extLst xmlns:a="http://schemas.openxmlformats.org/drawingml/2006/main">
              <a:ext uri="{FF2B5EF4-FFF2-40B4-BE49-F238E27FC236}">
                <a16:creationId xmlns:a16="http://schemas.microsoft.com/office/drawing/2014/main" id="{A5B0056B-E929-4B8E-9A0B-FD6D1165CABC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633000" y="2473650"/>
            <a:ext cx="6328200" cy="27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8675" tIns="91425" rIns="91440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217" name="Google Shape;1203;g3f9c6d89798_0_878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b22581cf4441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391" y="6093413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8.xml><?xml version="1.0" encoding="utf-8"?>
<p:sldLayout xmlns:p="http://schemas.openxmlformats.org/presentationml/2006/main" matchingName="Interior three circles">
  <p:cSld name="CUSTOM_4_1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18" name="Google Shape;1205;g3f9c6d89798_0_879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9" name="Google Shape;1206;g3f9c6d89798_0_879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7" name="Google Shape;1207;g3f9c6d89798_0_8797">
            <a:extLst xmlns:a="http://schemas.openxmlformats.org/drawingml/2006/main">
              <a:ext uri="{FF2B5EF4-FFF2-40B4-BE49-F238E27FC236}">
                <a16:creationId xmlns:a16="http://schemas.microsoft.com/office/drawing/2014/main" id="{2392938D-2A5F-4D85-AFFB-6683E1C20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08" name="Google Shape;1208;g3f9c6d89798_0_8797">
            <a:extLst xmlns:a="http://schemas.openxmlformats.org/drawingml/2006/main">
              <a:ext uri="{FF2B5EF4-FFF2-40B4-BE49-F238E27FC236}">
                <a16:creationId xmlns:a16="http://schemas.microsoft.com/office/drawing/2014/main" id="{F9B5D3CA-1821-407C-924B-4D8A0E8D13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222" name="Google Shape;1209;g3f9c6d89798_0_879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de0849015546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43525" y="2296425"/>
            <a:ext cx="8704948" cy="3247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10" name="Google Shape;1210;g3f9c6d89798_0_8797">
            <a:extLst xmlns:a="http://schemas.openxmlformats.org/drawingml/2006/main">
              <a:ext uri="{FF2B5EF4-FFF2-40B4-BE49-F238E27FC236}">
                <a16:creationId xmlns:a16="http://schemas.microsoft.com/office/drawing/2014/main" id="{573B849B-DBC7-49A1-8ACD-844D6DF7632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262374" y="2965028"/>
            <a:ext cx="2181600" cy="19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74300" tIns="91425" rIns="274300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211" name="Google Shape;1211;g3f9c6d89798_0_8797">
            <a:extLst xmlns:a="http://schemas.openxmlformats.org/drawingml/2006/main">
              <a:ext uri="{FF2B5EF4-FFF2-40B4-BE49-F238E27FC236}">
                <a16:creationId xmlns:a16="http://schemas.microsoft.com/office/drawing/2014/main" id="{324DD159-ABCE-466A-964A-86CEEA92986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005265" y="2965023"/>
            <a:ext cx="2181600" cy="19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74300" tIns="91425" rIns="274300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212" name="Google Shape;1212;g3f9c6d89798_0_8797">
            <a:extLst xmlns:a="http://schemas.openxmlformats.org/drawingml/2006/main">
              <a:ext uri="{FF2B5EF4-FFF2-40B4-BE49-F238E27FC236}">
                <a16:creationId xmlns:a16="http://schemas.microsoft.com/office/drawing/2014/main" id="{35F32827-F770-4ABF-80D0-F6698A96068B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748157" y="2965023"/>
            <a:ext cx="2181600" cy="19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74300" tIns="91425" rIns="274300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213" name="Google Shape;1213;g3f9c6d89798_0_8797">
            <a:extLst xmlns:a="http://schemas.openxmlformats.org/drawingml/2006/main">
              <a:ext uri="{FF2B5EF4-FFF2-40B4-BE49-F238E27FC236}">
                <a16:creationId xmlns:a16="http://schemas.microsoft.com/office/drawing/2014/main" id="{C7455414-1E98-44FD-8201-881F0C8BC2A0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14" name="Google Shape;1214;g3f9c6d89798_0_8797">
            <a:extLst xmlns:a="http://schemas.openxmlformats.org/drawingml/2006/main">
              <a:ext uri="{FF2B5EF4-FFF2-40B4-BE49-F238E27FC236}">
                <a16:creationId xmlns:a16="http://schemas.microsoft.com/office/drawing/2014/main" id="{F5167B83-2A10-4188-966F-BDC8D34B8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215" name="Google Shape;1215;g3f9c6d89798_0_8797">
            <a:extLst xmlns:a="http://schemas.openxmlformats.org/drawingml/2006/main">
              <a:ext uri="{FF2B5EF4-FFF2-40B4-BE49-F238E27FC236}">
                <a16:creationId xmlns:a16="http://schemas.microsoft.com/office/drawing/2014/main" id="{850F3332-1B35-407C-A151-D6C1FF1A073B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229" name="Google Shape;1216;g3f9c6d89798_0_879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3ff30d2a2542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86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9.xml><?xml version="1.0" encoding="utf-8"?>
<p:sldLayout xmlns:p="http://schemas.openxmlformats.org/presentationml/2006/main" matchingName="Interior blank">
  <p:cSld name="CUSTOM_4_1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8" name="Google Shape;1218;g3f9c6d89798_0_8810">
            <a:extLst xmlns:a="http://schemas.openxmlformats.org/drawingml/2006/main">
              <a:ext uri="{FF2B5EF4-FFF2-40B4-BE49-F238E27FC236}">
                <a16:creationId xmlns:a16="http://schemas.microsoft.com/office/drawing/2014/main" id="{4E5D844C-610D-431B-A141-251BD85A3E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225" name="Google Shape;1219;g3f9c6d89798_0_881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6" name="Google Shape;1220;g3f9c6d89798_0_881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1" name="Google Shape;1221;g3f9c6d89798_0_8810">
            <a:extLst xmlns:a="http://schemas.openxmlformats.org/drawingml/2006/main">
              <a:ext uri="{FF2B5EF4-FFF2-40B4-BE49-F238E27FC236}">
                <a16:creationId xmlns:a16="http://schemas.microsoft.com/office/drawing/2014/main" id="{2A1DE735-A1E1-4F95-93E5-C921AC854B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22" name="Google Shape;1222;g3f9c6d89798_0_8810">
            <a:extLst xmlns:a="http://schemas.openxmlformats.org/drawingml/2006/main">
              <a:ext uri="{FF2B5EF4-FFF2-40B4-BE49-F238E27FC236}">
                <a16:creationId xmlns:a16="http://schemas.microsoft.com/office/drawing/2014/main" id="{8DB100A1-557D-4D5B-BAFD-AA9FC28AEE8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229" name="Google Shape;1223;g3f9c6d89798_0_88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3ba363172447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093413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0.xml><?xml version="1.0" encoding="utf-8"?>
<p:sldLayout xmlns:p="http://schemas.openxmlformats.org/presentationml/2006/main" matchingName="Interior title and body">
  <p:cSld name="CUSTOM_4_17_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3" name="Google Shape;1225;g3f9c6d89798_0_881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4" name="Google Shape;1226;g3f9c6d89798_0_881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7" name="Google Shape;1227;g3f9c6d89798_0_8817">
            <a:extLst xmlns:a="http://schemas.openxmlformats.org/drawingml/2006/main">
              <a:ext uri="{FF2B5EF4-FFF2-40B4-BE49-F238E27FC236}">
                <a16:creationId xmlns:a16="http://schemas.microsoft.com/office/drawing/2014/main" id="{D610988B-9651-4AC5-B7BA-DB87BFB7BE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28" name="Google Shape;1228;g3f9c6d89798_0_8817">
            <a:extLst xmlns:a="http://schemas.openxmlformats.org/drawingml/2006/main">
              <a:ext uri="{FF2B5EF4-FFF2-40B4-BE49-F238E27FC236}">
                <a16:creationId xmlns:a16="http://schemas.microsoft.com/office/drawing/2014/main" id="{C7E74F6B-D5D4-4BF8-9D71-20A5112041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29" name="Google Shape;1229;g3f9c6d89798_0_8817">
            <a:extLst xmlns:a="http://schemas.openxmlformats.org/drawingml/2006/main">
              <a:ext uri="{FF2B5EF4-FFF2-40B4-BE49-F238E27FC236}">
                <a16:creationId xmlns:a16="http://schemas.microsoft.com/office/drawing/2014/main" id="{D8C2B390-A415-4501-B57A-4FF9ED81CD0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30" name="Google Shape;1230;g3f9c6d89798_0_8817">
            <a:extLst xmlns:a="http://schemas.openxmlformats.org/drawingml/2006/main">
              <a:ext uri="{FF2B5EF4-FFF2-40B4-BE49-F238E27FC236}">
                <a16:creationId xmlns:a16="http://schemas.microsoft.com/office/drawing/2014/main" id="{CB22FBC2-9E7D-422F-BDF1-2229CA823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231" name="Google Shape;1231;g3f9c6d89798_0_8817">
            <a:extLst xmlns:a="http://schemas.openxmlformats.org/drawingml/2006/main">
              <a:ext uri="{FF2B5EF4-FFF2-40B4-BE49-F238E27FC236}">
                <a16:creationId xmlns:a16="http://schemas.microsoft.com/office/drawing/2014/main" id="{0CBEEB41-5599-4E10-9859-0082B80164F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438400" y="2286000"/>
            <a:ext cx="73152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pic>
        <p:nvPicPr>
          <p:cNvPr id="1240" name="Google Shape;1232;g3f9c6d89798_0_88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79cd84913347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1.xml><?xml version="1.0" encoding="utf-8"?>
<p:sldLayout xmlns:p="http://schemas.openxmlformats.org/presentationml/2006/main" matchingName="Interior body">
  <p:cSld name="CUSTOM_4_17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4" name="Google Shape;1234;g3f9c6d89798_0_8826">
            <a:extLst xmlns:a="http://schemas.openxmlformats.org/drawingml/2006/main">
              <a:ext uri="{FF2B5EF4-FFF2-40B4-BE49-F238E27FC236}">
                <a16:creationId xmlns:a16="http://schemas.microsoft.com/office/drawing/2014/main" id="{8DD643F7-B366-4ABE-B9D9-10841F945C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242" name="Google Shape;1235;g3f9c6d89798_0_8826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3" name="Google Shape;1236;g3f9c6d89798_0_8826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7" name="Google Shape;1237;g3f9c6d89798_0_8826">
            <a:extLst xmlns:a="http://schemas.openxmlformats.org/drawingml/2006/main">
              <a:ext uri="{FF2B5EF4-FFF2-40B4-BE49-F238E27FC236}">
                <a16:creationId xmlns:a16="http://schemas.microsoft.com/office/drawing/2014/main" id="{04BD4CDA-6EF0-4B16-81FA-2AD8A7A9A9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38" name="Google Shape;1238;g3f9c6d89798_0_8826">
            <a:extLst xmlns:a="http://schemas.openxmlformats.org/drawingml/2006/main">
              <a:ext uri="{FF2B5EF4-FFF2-40B4-BE49-F238E27FC236}">
                <a16:creationId xmlns:a16="http://schemas.microsoft.com/office/drawing/2014/main" id="{BAA07818-043F-41BC-99FB-8B2EA2AB86F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39" name="Google Shape;1239;g3f9c6d89798_0_8826">
            <a:extLst xmlns:a="http://schemas.openxmlformats.org/drawingml/2006/main">
              <a:ext uri="{FF2B5EF4-FFF2-40B4-BE49-F238E27FC236}">
                <a16:creationId xmlns:a16="http://schemas.microsoft.com/office/drawing/2014/main" id="{B8FE49B0-669B-48DE-A42A-D7046FE32F3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438400" y="1600200"/>
            <a:ext cx="73152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pic>
        <p:nvPicPr>
          <p:cNvPr id="1247" name="Google Shape;1240;g3f9c6d89798_0_88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c4172a75b442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093413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2.xml><?xml version="1.0" encoding="utf-8"?>
<p:sldLayout xmlns:p="http://schemas.openxmlformats.org/presentationml/2006/main" matchingName="Interior timeline vertical">
  <p:cSld name="CUSTOM_4_1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2" name="Google Shape;1242;g3f9c6d89798_0_8834">
            <a:extLst xmlns:a="http://schemas.openxmlformats.org/drawingml/2006/main">
              <a:ext uri="{FF2B5EF4-FFF2-40B4-BE49-F238E27FC236}">
                <a16:creationId xmlns:a16="http://schemas.microsoft.com/office/drawing/2014/main" id="{34BAF28F-0D8D-485C-A22A-C6990F2C62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253" name="Google Shape;1243;g3f9c6d89798_0_883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4" name="Google Shape;1244;g3f9c6d89798_0_883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5" name="Google Shape;1245;g3f9c6d89798_0_8834">
            <a:extLst xmlns:a="http://schemas.openxmlformats.org/drawingml/2006/main">
              <a:ext uri="{FF2B5EF4-FFF2-40B4-BE49-F238E27FC236}">
                <a16:creationId xmlns:a16="http://schemas.microsoft.com/office/drawing/2014/main" id="{D10807EF-3EAD-4D1E-BA4A-3A833FEDB0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46" name="Google Shape;1246;g3f9c6d89798_0_8834">
            <a:extLst xmlns:a="http://schemas.openxmlformats.org/drawingml/2006/main">
              <a:ext uri="{FF2B5EF4-FFF2-40B4-BE49-F238E27FC236}">
                <a16:creationId xmlns:a16="http://schemas.microsoft.com/office/drawing/2014/main" id="{FF879078-6120-41CA-90D0-FEEB28FEF5C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257" name="Google Shape;1247;g3f9c6d89798_0_8834"/>
          <p:cNvCxnSpPr/>
          <p:nvPr/>
        </p:nvCxnSpPr>
        <p:spPr>
          <a:xfrm xmlns:a="http://schemas.openxmlformats.org/drawingml/2006/main">
            <a:off x="4146414" y="-7350"/>
            <a:ext cx="0" cy="68727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D5D5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8" name="Google Shape;1248;g3f9c6d89798_0_8834">
            <a:extLst xmlns:a="http://schemas.openxmlformats.org/drawingml/2006/main">
              <a:ext uri="{FF2B5EF4-FFF2-40B4-BE49-F238E27FC236}">
                <a16:creationId xmlns:a16="http://schemas.microsoft.com/office/drawing/2014/main" id="{04B88D6D-2091-4D3E-B477-4976F8D37F1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67775" y="1832876"/>
            <a:ext cx="5115600" cy="64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249" name="Google Shape;1249;g3f9c6d89798_0_8834">
            <a:extLst xmlns:a="http://schemas.openxmlformats.org/drawingml/2006/main">
              <a:ext uri="{FF2B5EF4-FFF2-40B4-BE49-F238E27FC236}">
                <a16:creationId xmlns:a16="http://schemas.microsoft.com/office/drawing/2014/main" id="{35F88969-FDEE-42B7-B2A7-27F06035626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467775" y="1441300"/>
            <a:ext cx="4538700" cy="29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50" name="Google Shape;1250;g3f9c6d89798_0_8834">
            <a:extLst xmlns:a="http://schemas.openxmlformats.org/drawingml/2006/main">
              <a:ext uri="{FF2B5EF4-FFF2-40B4-BE49-F238E27FC236}">
                <a16:creationId xmlns:a16="http://schemas.microsoft.com/office/drawing/2014/main" id="{915C47CC-080E-42AE-9285-ED01936719E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362500" y="1832876"/>
            <a:ext cx="690000" cy="23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pic>
        <p:nvPicPr>
          <p:cNvPr id="1261" name="Google Shape;1251;g3f9c6d89798_0_88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9827696a4a426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41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3.xml><?xml version="1.0" encoding="utf-8"?>
<p:sldLayout xmlns:p="http://schemas.openxmlformats.org/presentationml/2006/main" matchingName="Interior timeline horizontal">
  <p:cSld name="CUSTOM_4_1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67" name="Google Shape;1253;g3f9c6d89798_0_8845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8" name="Google Shape;1254;g3f9c6d89798_0_8845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5" name="Google Shape;1255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6DE5EB8B-C5B0-482B-BC5C-20CA70393D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56" name="Google Shape;1256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54F2ADD1-2B74-4117-A8FE-6AA683CF71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57" name="Google Shape;1257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187B9B09-FC34-416C-937D-8661173AF95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42425" y="2497493"/>
            <a:ext cx="21069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58" name="Google Shape;1258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50CFD603-1502-4309-B5E8-4DF5CF7BF21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042425" y="2903475"/>
            <a:ext cx="2106900" cy="67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259" name="Google Shape;1259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D6EAB65D-5C1C-4430-BDF6-8197FBB4F34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596475" y="4403575"/>
            <a:ext cx="975900" cy="23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60" name="Google Shape;1260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875AAC9A-7FB5-4435-8005-FE7ED484B14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278975" y="3892511"/>
            <a:ext cx="975900" cy="23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61" name="Google Shape;1261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A11C87EF-AF0B-484A-B5FA-FD5018FF1BBF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713425" y="4752722"/>
            <a:ext cx="21069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1pPr>
            <a:lvl2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2pPr>
            <a:lvl3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3pPr>
            <a:lvl4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4pPr>
            <a:lvl5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5pPr>
            <a:lvl6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6pPr>
            <a:lvl7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7pPr>
            <a:lvl8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8pPr>
            <a:lvl9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62" name="Google Shape;1262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05B60865-1622-4D09-9739-147F0A9A2BE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1713425" y="5158703"/>
            <a:ext cx="2106900" cy="67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263" name="Google Shape;1263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656E3025-D3AA-4B59-9954-21CB0831C46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64" name="Google Shape;1264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DD7B73BD-22C2-4817-901D-0670FEB24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265" name="Google Shape;1265;g3f9c6d89798_0_8845">
            <a:extLst xmlns:a="http://schemas.openxmlformats.org/drawingml/2006/main">
              <a:ext uri="{FF2B5EF4-FFF2-40B4-BE49-F238E27FC236}">
                <a16:creationId xmlns:a16="http://schemas.microsoft.com/office/drawing/2014/main" id="{7499B8AB-0C36-463E-942B-672E91B3F72F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280" name="Google Shape;1266;g3f9c6d89798_0_884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98818db8264a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0166" y="61653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4.xml><?xml version="1.0" encoding="utf-8"?>
<p:sldLayout xmlns:p="http://schemas.openxmlformats.org/presentationml/2006/main" matchingName="Interior data two callouts">
  <p:cSld name="CUSTOM_4_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8" name="Google Shape;1268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48BD7F5F-9F1A-416D-844A-59A30CA7B8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55550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69" name="Google Shape;1269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D885BB37-71C1-40D5-9857-86EF3718981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972925" y="2436425"/>
            <a:ext cx="3014700" cy="12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286" name="Google Shape;1270;g3f9c6d89798_0_8860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7" name="Google Shape;1271;g3f9c6d89798_0_8860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2" name="Google Shape;1272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1624B0DD-8978-4516-9C27-C38E0BE847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73" name="Google Shape;1273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6C65A472-595D-457C-B2E3-5335B12E005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74" name="Google Shape;1274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73084FDB-8E95-4A3A-8D59-641FDF22837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7800" y="2596700"/>
            <a:ext cx="3182700" cy="26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cxnSp>
        <p:nvCxnSpPr>
          <p:cNvPr id="1291" name="Google Shape;1275;g3f9c6d89798_0_8860"/>
          <p:cNvCxnSpPr/>
          <p:nvPr/>
        </p:nvCxnSpPr>
        <p:spPr>
          <a:xfrm xmlns:a="http://schemas.openxmlformats.org/drawingml/2006/main">
            <a:off x="7885850" y="3677350"/>
            <a:ext cx="0" cy="1404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76" name="Google Shape;1276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2CDB3A3A-2AA6-4D32-B493-5952D28D8874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620750" y="3677388"/>
            <a:ext cx="29496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77" name="Google Shape;1277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7CE3DA6E-39A8-4507-BD00-38B84F919AF8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620750" y="4166613"/>
            <a:ext cx="29496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278" name="Google Shape;1278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709A4E02-4FDE-4B97-83E5-810FDAFFF54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051175" y="3677388"/>
            <a:ext cx="29496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79" name="Google Shape;1279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741F11C2-8DCC-4D9A-885C-345AD7524C4A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8051175" y="4166613"/>
            <a:ext cx="29496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280" name="Google Shape;1280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6DEB85A9-7F65-4DF9-A651-191AC5B5AA18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81" name="Google Shape;1281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8FC5616E-B087-48C0-898D-DE07B2ADC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282" name="Google Shape;1282;g3f9c6d89798_0_8860">
            <a:extLst xmlns:a="http://schemas.openxmlformats.org/drawingml/2006/main">
              <a:ext uri="{FF2B5EF4-FFF2-40B4-BE49-F238E27FC236}">
                <a16:creationId xmlns:a16="http://schemas.microsoft.com/office/drawing/2014/main" id="{12BC66FC-BFAF-4289-8350-EE821A1965C8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299" name="Google Shape;1283;g3f9c6d89798_0_886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67b8412a064f4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2086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5.xml><?xml version="1.0" encoding="utf-8"?>
<p:sldLayout xmlns:p="http://schemas.openxmlformats.org/presentationml/2006/main" matchingName="Interior data two pies">
  <p:cSld name="CUSTOM_4_1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99" name="Google Shape;1285;g3f9c6d89798_0_887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0" name="Google Shape;1286;g3f9c6d89798_0_887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7" name="Google Shape;1287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760EBD9C-BD44-4A28-9E9F-90BF5D91EC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88" name="Google Shape;1288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D372EBD4-DA76-4053-B517-94437E4F4D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303" name="Google Shape;1289;g3f9c6d89798_0_8877"/>
          <p:cNvCxnSpPr/>
          <p:nvPr/>
        </p:nvCxnSpPr>
        <p:spPr>
          <a:xfrm xmlns:a="http://schemas.openxmlformats.org/drawingml/2006/main">
            <a:off x="7885850" y="4439350"/>
            <a:ext cx="0" cy="1404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90" name="Google Shape;1290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304BBBF2-4BF8-4847-9DC1-B03C0275ED5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7800" y="2596700"/>
            <a:ext cx="3182700" cy="26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1291" name="Google Shape;1291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9A52B539-9563-4373-B313-19B43E5FB24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20750" y="4439350"/>
            <a:ext cx="29496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92" name="Google Shape;1292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6E0E0422-4E53-423A-9E28-B96EE9BFB8D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620750" y="4928575"/>
            <a:ext cx="29496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293" name="Google Shape;1293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E6D5AC00-72BE-4611-9F19-34507AE5238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051175" y="4439350"/>
            <a:ext cx="29496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94" name="Google Shape;1294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91851A9F-6455-48A9-B5BC-AFF24F42AFB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051175" y="4928575"/>
            <a:ext cx="2949600" cy="9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295" name="Google Shape;1295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1E7628E9-284D-4BBD-85B9-FE4921E4D9BA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296" name="Google Shape;1296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1FF54ACC-9735-4203-B9BA-04C5FB87C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297" name="Google Shape;1297;g3f9c6d89798_0_8877">
            <a:extLst xmlns:a="http://schemas.openxmlformats.org/drawingml/2006/main">
              <a:ext uri="{FF2B5EF4-FFF2-40B4-BE49-F238E27FC236}">
                <a16:creationId xmlns:a16="http://schemas.microsoft.com/office/drawing/2014/main" id="{14DF23F0-2F27-4B40-946D-9AFC71BBE97E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312" name="Google Shape;1298;g3f9c6d89798_0_887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6f6e8de94c4d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0291" y="62086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6.xml><?xml version="1.0" encoding="utf-8"?>
<p:sldLayout xmlns:p="http://schemas.openxmlformats.org/presentationml/2006/main" matchingName="Interior data large pie">
  <p:cSld name="CUSTOM_4_1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15" name="Google Shape;1300;g3f9c6d89798_0_889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6" name="Google Shape;1301;g3f9c6d89798_0_889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2" name="Google Shape;1302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5C29E8CA-B112-46E9-90E7-B7B1A6F7D5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303" name="Google Shape;1303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F9C41B55-5861-4F1E-8121-A1BEF3FC00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04" name="Google Shape;1304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559D0A3E-D25D-47E6-8EF9-D2655E1B4BE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7800" y="2596700"/>
            <a:ext cx="3182700" cy="26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1pPr>
            <a:lvl2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2pPr>
            <a:lvl3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3pPr>
            <a:lvl4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4pPr>
            <a:lvl5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5pPr>
            <a:lvl6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6pPr>
            <a:lvl7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7pPr>
            <a:lvl8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8pPr>
            <a:lvl9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1305" name="Google Shape;1305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ED0ECF22-F4E9-445F-AAE9-1200283ECD5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9078238" y="3048425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1306" name="Google Shape;1306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389AAFC5-DF98-4235-B770-6153C0E160B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0284513" y="3048425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1307" name="Google Shape;1307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B1456930-CE38-42A1-86AA-0188BF55F75C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9078238" y="3841627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1308" name="Google Shape;1308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C0C16E2F-1680-4F30-A9F7-9F305E6EFE0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0284513" y="3841627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1309" name="Google Shape;1309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0E430374-1B10-4775-9AC0-66C4B47217F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9078238" y="4603527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1310" name="Google Shape;1310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A76E247F-6E4F-4AC4-B207-F2677858E726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0284513" y="4603527"/>
            <a:ext cx="914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 b="1"/>
            </a:lvl9pPr>
          </a:lstStyle>
          <a:p xmlns:a="http://schemas.openxmlformats.org/drawingml/2006/main"/>
        </p:txBody>
      </p:sp>
      <p:sp>
        <p:nvSpPr>
          <p:cNvPr id="1311" name="Google Shape;1311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777EDAA8-59B9-4C5F-8798-CF69FF37F152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312" name="Google Shape;1312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4E5C84C1-B000-4739-9B0D-D26A6F8EDA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313" name="Google Shape;1313;g3f9c6d89798_0_8892">
            <a:extLst xmlns:a="http://schemas.openxmlformats.org/drawingml/2006/main">
              <a:ext uri="{FF2B5EF4-FFF2-40B4-BE49-F238E27FC236}">
                <a16:creationId xmlns:a16="http://schemas.microsoft.com/office/drawing/2014/main" id="{1800A7E1-E618-4A23-BBC1-522C2FF9B52C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329" name="Google Shape;1314;g3f9c6d89798_0_889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ef931c8be949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3266" y="62086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7.xml><?xml version="1.0" encoding="utf-8"?>
<p:sldLayout xmlns:p="http://schemas.openxmlformats.org/presentationml/2006/main" matchingName="Interior data percentage bars">
  <p:cSld name="CUSTOM_4_1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28" name="Google Shape;1316;g3f9c6d89798_0_8908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9" name="Google Shape;1317;g3f9c6d89798_0_8908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8" name="Google Shape;131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BDF4DF7-982C-4A17-86A1-6C78FBC098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319" name="Google Shape;131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4CAD205-9898-4C6C-9255-62D8BB7AFB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20" name="Google Shape;132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782A5EB-4E18-410E-A084-A6DF497E444A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048050" y="2898600"/>
            <a:ext cx="3410400" cy="71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321" name="Google Shape;132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FE85BF5-BCEE-4820-96A1-5AB4D70CE17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048050" y="2540600"/>
            <a:ext cx="34104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322" name="Google Shape;132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A0FE16C-10C2-4BB0-B627-18CAAB90FE3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048050" y="4676800"/>
            <a:ext cx="3410400" cy="71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323" name="Google Shape;132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8D099FD-412B-4D87-974C-DEC6107A5D2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048050" y="4318800"/>
            <a:ext cx="34104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324" name="Google Shape;132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97A482F-6529-48FB-8962-17BFCE8B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5" name="Google Shape;132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CCBEA3F-0C4B-4DDA-B71C-1FA0436E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6" name="Google Shape;132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3D31211-83F9-4B7E-A5BD-805EBA9C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7" name="Google Shape;132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BE85170-E060-40D2-94D6-267F27EA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8" name="Google Shape;132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5AD3FFB-C97B-4BB5-8E89-024747ED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9" name="Google Shape;132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3CF8D86-ACAA-4E47-A5E0-E8DA2AD9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0" name="Google Shape;133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F034368-F01A-4129-B044-9756836A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1" name="Google Shape;133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2FB0994-81F2-4B2D-A5FA-1EBDF3D0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2" name="Google Shape;133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1D4BC8F-5579-43B8-AF1D-A3F1F17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3" name="Google Shape;133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523369C-8272-4D62-A519-EDA0D1BB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4" name="Google Shape;133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46ABC0D3-8ABD-4376-8B11-CE3822E6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5" name="Google Shape;133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1376705-38F4-45F5-948F-5B46BE28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6" name="Google Shape;133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522DFF8-A041-4F99-AB48-CF1E3CA6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7" name="Google Shape;133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42D96013-05B5-4FA3-B928-4FBA5D0F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8" name="Google Shape;133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B1036B1-FBA6-452A-B243-6F77D5E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9" name="Google Shape;133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68966CD-9C12-403C-98F9-A2C1A64B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0" name="Google Shape;134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3EB8CE9-2EC6-4C19-AC9C-3C0CF7C7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1" name="Google Shape;134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B865D219-BE8E-4878-94FA-CD32F8F5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2" name="Google Shape;134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94ED9FC-734C-4405-9287-5BABCDC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3" name="Google Shape;134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9F5DCF4-1AA6-45B0-A6B9-FF84150A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4" name="Google Shape;134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9EAAD37-1B77-4F11-BEA3-A0A23AD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5" name="Google Shape;134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29D3B64-0900-4DDF-8202-25302E18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6" name="Google Shape;134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D781147-8A86-4CEB-B5DC-F3A66E00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7" name="Google Shape;134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62C82CF-0FBC-4AA8-8FAA-A90E056A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8" name="Google Shape;134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2799F32-72E8-4AEC-B80F-062C9792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9" name="Google Shape;134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97DE460-E962-4581-88BA-26E83AFC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0" name="Google Shape;135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B931C0C-35D3-4BB0-AE60-EB83C6FC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1" name="Google Shape;135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040D44E-A5B9-4B5C-862B-719D156A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2" name="Google Shape;135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96343B8-626D-463F-B9EF-30E68697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3" name="Google Shape;135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3FCB2E6-EAFA-4624-95AE-F612F766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4" name="Google Shape;135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41C8620-F1CA-4B74-AB87-E4724DF9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5" name="Google Shape;135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81091FDF-E7DB-439D-81C7-7B3DDFB4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6" name="Google Shape;135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D0569AF-D433-415A-A07C-23DD9C11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7" name="Google Shape;135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9E2AF18-D9A8-4A64-8337-0AB4FC60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8" name="Google Shape;135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233CEB9-0C62-4B0F-8B93-EDBD58F3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9" name="Google Shape;135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FB90C43-2448-4B7A-83CA-A0086940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0" name="Google Shape;136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231F8BF-C54F-4853-9932-2701F43B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1" name="Google Shape;136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F3304B5-B7E8-417C-9866-52CD7CB5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2" name="Google Shape;136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79F4E9E-92BB-4C6D-B279-EEAC0F0F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3" name="Google Shape;136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602DB95-35F8-4D66-A99D-1F4FA486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4" name="Google Shape;136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4426A497-1814-487F-AEE3-454F3259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5" name="Google Shape;136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1E1DCC9-93DB-44ED-B6C7-AB952DA8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6" name="Google Shape;136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9C22DC1-88B6-4941-8E42-4CF5077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7" name="Google Shape;136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3D822FA-344A-42D3-B239-7C6DAF87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8" name="Google Shape;136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85FFE31E-ED5F-465C-A1A3-D3FEF9C6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9" name="Google Shape;136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E5B7409-EB42-49DD-84D1-48CDF858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0" name="Google Shape;137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5496213-65F8-4EB0-9C1F-447DC6E3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1" name="Google Shape;137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B2E0F7B-83A4-4363-93DC-57163D2C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2" name="Google Shape;137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29BE36C-5F90-465B-B4B7-7F424EC3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3" name="Google Shape;137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6EF669B-A898-497A-9D5D-0EA401D8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4" name="Google Shape;137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470EE6A-6C63-48AB-A448-D3A72707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5" name="Google Shape;137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F1471A4-E195-4CDC-86C5-49A3D305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6" name="Google Shape;137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2C7A8BA-4B80-4A9F-9107-E38EDECF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7" name="Google Shape;137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E5FBE0A-EED3-4F69-A5BB-77644D0B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8" name="Google Shape;137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2E93616-9991-4C5F-9FBA-A015A2CE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9" name="Google Shape;137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14E090A-49BC-467D-8528-FA2C0328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0" name="Google Shape;138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A303C12-805F-4432-8AD1-F8DFDDDE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1" name="Google Shape;138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5F5557D-1EED-405C-ACF8-6476D5D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2" name="Google Shape;138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0CB0408D-505A-43B9-BE95-0C509CFC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3" name="Google Shape;138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B6E49DC-9B0B-4C77-88B9-C59DCB93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4" name="Google Shape;138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9F2DA1E-0DA5-4E7C-9086-A0F6B2A4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5" name="Google Shape;138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8C84B8A-E3C2-4F6E-AE84-CF598DF5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6" name="Google Shape;138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BA631DB-46B3-401A-8B97-52E2B90D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7" name="Google Shape;138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41DF207-08D5-4D85-ABD1-3C506215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8" name="Google Shape;138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26CA2FA-890F-439D-8B5D-431788B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9" name="Google Shape;138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1E07AF1-8F18-4CB4-8029-788AF5EA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0" name="Google Shape;139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4394275C-7C9F-4F8F-94CB-E68C26CA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1" name="Google Shape;139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172A703-ED92-4291-A39C-68115B0D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2" name="Google Shape;139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A3B80F4-0C9B-4CED-B777-DE410707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3" name="Google Shape;139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790391C-D288-4309-B318-E3B239CD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4" name="Google Shape;139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B6984E4-0058-4141-9ADD-91EE9DA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5" name="Google Shape;139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4431F45-C709-4251-94B7-BD3B6868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6" name="Google Shape;139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45C9D5E-85C2-4B42-9EA8-5AE90458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7" name="Google Shape;139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E4187A1-69BA-4B2C-805C-FD8EF770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8" name="Google Shape;139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59A22EE-1210-4B4C-B25E-34862FB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9" name="Google Shape;139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6702C5A-4330-4327-AD65-A6815453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0" name="Google Shape;140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E086B5F-CE90-4873-A56F-12BAF518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1" name="Google Shape;140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53E9225-F41A-4BC8-9118-F8EE5D3A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2" name="Google Shape;140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F44A1CC-F0EE-49E8-A619-35DEA2F4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3" name="Google Shape;140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B6E5B35-A6FE-400C-BB5D-4D2B21E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4" name="Google Shape;140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6BF58CD-D643-4CBF-A846-EB19DCD2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5" name="Google Shape;140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025BCCF-F4B2-49B1-8D68-FB0F1FAE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6" name="Google Shape;140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1E6B48D-C407-4594-9A65-FF48D1EB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7" name="Google Shape;140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D8E73CF-5F35-4839-A2CC-78A57C93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8" name="Google Shape;140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3C8A045-3EA0-48A9-83A5-43ED8587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9" name="Google Shape;140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379D2F4-47DC-4EDC-880E-B0A38FA2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0" name="Google Shape;141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C0059E4-8244-4BA9-87D3-30859175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1" name="Google Shape;141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DCB853C-556D-481F-9CBB-6C21216B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2" name="Google Shape;141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82B95DE4-3C5D-4B88-A08A-45E9A568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3" name="Google Shape;141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A6F479B-1EB9-4317-8FD0-2FA85D38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4" name="Google Shape;141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D6C3BF3-C2BE-4F6A-AA2D-5763A19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5406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5" name="Google Shape;141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BFB0587-4BC3-4363-A92A-C56A7874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6491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6" name="Google Shape;141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0FCA557B-DBA5-4B8E-B352-C99F62DB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7577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7" name="Google Shape;141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93A322E-AC97-4127-86E4-8DB2405A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8663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8" name="Google Shape;141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D377439-F3CD-4A0D-9D5D-EBC90051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29749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9" name="Google Shape;141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8C33D47A-9DB2-4B7D-8E01-025BE12D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0834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0" name="Google Shape;142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82A94D46-8259-46EF-883B-0A9A64E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19205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1" name="Google Shape;142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379297C-B72B-488E-814E-6357ADB4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30062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2" name="Google Shape;142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9E533DB-4E19-4315-8103-1560DE69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409200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3" name="Google Shape;142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CF001FA-DB6B-4F47-9308-EE56A953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3517775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4" name="Google Shape;142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FF086AF-EB3F-4366-932F-168CF55C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5" name="Google Shape;142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42E3AA3-AE89-42DC-84A6-4AACC72E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6" name="Google Shape;142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188C56A-7BFB-4F12-972B-8609790E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7" name="Google Shape;142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136CD86-99AE-4B77-A0CF-595F3B08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8" name="Google Shape;142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CD91F81-09E6-4C4C-86D5-374091F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9" name="Google Shape;142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80D2790-0BBA-4436-9800-27D2A463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0" name="Google Shape;143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817CB2E-8A37-4423-AED1-2EF835FD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1" name="Google Shape;143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ECAD457-F38E-4AA7-BE12-25206A06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2" name="Google Shape;143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88768C6-35ED-451D-9F3F-130123CF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3" name="Google Shape;143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CC0AE32-F1BC-4297-BEB1-58529BCF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2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4" name="Google Shape;143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FFB4DAB-6A0A-4CF9-BD9B-F6F87172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5" name="Google Shape;143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6611CF1-B272-4B5E-91C7-FC6E98EB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6" name="Google Shape;143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AE5F912-AF53-4CB1-B57F-C40CD59F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7" name="Google Shape;143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7AF1333-73B1-4EBD-B1E0-6C8F2914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8" name="Google Shape;143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0E3AE9B4-E338-41EB-9029-4C149FEB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9" name="Google Shape;143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7811B00-6CF7-414A-8B9D-1D1FD0C3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0" name="Google Shape;144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D1B0590-42E0-4333-8889-BA7967EF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1" name="Google Shape;144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4B2787C-584A-488C-94EB-5E965C46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2" name="Google Shape;144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00DB3E0-5BEB-414D-BD7C-BB3440D4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3" name="Google Shape;144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436D40F-D4F2-492A-9422-C81582C3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0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4" name="Google Shape;144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1915E50-F098-483D-89A0-E5877B2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5" name="Google Shape;144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253062E-1F59-4377-B730-116D66F4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6" name="Google Shape;144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FBE3C3D-B8FB-4ED9-868E-6329B384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7" name="Google Shape;144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08F16EAA-80A3-4A45-B481-266C2B1A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8" name="Google Shape;144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4845E43B-E9BF-4B78-8969-53885265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9" name="Google Shape;144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5EA23E4-823C-425E-B148-DFC1DCC2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0" name="Google Shape;145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22B940F-D5B3-4B52-9BF7-64C400D4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1" name="Google Shape;145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DF81B77-CBD5-4A42-ABA2-E117242A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2" name="Google Shape;145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C0B48AF-4FCE-44AF-A131-7829FCE0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3" name="Google Shape;145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1FDD3CF-0A9E-4049-8328-B1ADF27F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7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4" name="Google Shape;145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8C28A26F-841E-4FD9-B842-4CE75A44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5" name="Google Shape;145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432CA8B-3D79-44E6-881A-AF1C0330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6" name="Google Shape;145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4B4DF99-9BE8-4D2A-863A-CB788A41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7" name="Google Shape;145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8CE87D0C-D2ED-41BA-858D-1022F675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8" name="Google Shape;145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B0BF1F7-7372-4E2A-90B7-7B6EB2F2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9" name="Google Shape;145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55C28A2-78EB-41D8-8823-C84C1B0B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0" name="Google Shape;146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061A0E0-B2EF-48BC-8AB5-961CC83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1" name="Google Shape;146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4835783E-D842-4AB2-A65C-D81C7485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2" name="Google Shape;146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7C4E624-BBEB-46B6-A018-CC17CE88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3" name="Google Shape;146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6A8A641-A780-43DB-BAE1-3EF14A9A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5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4" name="Google Shape;146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069B95C-C854-4403-9BD5-72600E4D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5" name="Google Shape;146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A634742-C0FA-4935-AB06-CD7F4C8E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6" name="Google Shape;146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C5AA8A5-B96B-4FDA-A8C9-C2F9DF6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7" name="Google Shape;146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7A5536D-CB82-474B-9F94-C4BF6C03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8" name="Google Shape;146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F6F43D1-4148-421C-AEB5-72EDE542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9" name="Google Shape;146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5908EB6-19D1-48B9-83D3-994194C8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0" name="Google Shape;147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0528C12-0526-4961-B930-D702537F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1" name="Google Shape;147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88BE8F2D-7469-4C10-83B6-B5C64C3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2" name="Google Shape;147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1D9592D-55B2-4757-8F05-804E2E1E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3" name="Google Shape;147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40887E6-C5CC-4411-B90C-FB97C48E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42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4" name="Google Shape;147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1D5F819-6ED3-42A7-8850-DF737565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5" name="Google Shape;147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4BAF120-FE65-4F6F-8D28-3ECEB2B6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6" name="Google Shape;147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54EA83D-50AF-4837-B0E0-77C855CC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7" name="Google Shape;147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47A335B9-BEC8-491A-B78C-C946C65B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8" name="Google Shape;147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81067C5B-781F-4630-9D5F-322C702C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9" name="Google Shape;147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BD2B2B2-8E0D-425A-88AA-8FF0AA89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0" name="Google Shape;148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ED30986-B740-425B-BDF2-1E898886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1" name="Google Shape;148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B2341CC1-7E45-428E-960D-DDC76BF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2" name="Google Shape;148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EF703A6-0F6C-489D-993C-9219C2AD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3" name="Google Shape;148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A20E7A4-8B92-42FB-9C6F-8C45A375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0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4" name="Google Shape;148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999B3AE-043C-45A4-8947-39DA6627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5" name="Google Shape;148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D3EBC1C-0B88-47F4-B19E-80F865DD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6" name="Google Shape;148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1856D4D-7118-4F3E-83CB-06491F1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7" name="Google Shape;148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75DC926-9D00-4F3A-82E4-3C76CAA4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8" name="Google Shape;148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E4C0848-8BB6-4CFE-8EA7-E9DE5D7D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9" name="Google Shape;148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44446871-4CDD-4B75-BE56-5ED78D20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0" name="Google Shape;149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C19CB59-5262-4E45-B1EA-A3111470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1" name="Google Shape;149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08C31BA-7454-49A4-8BD6-7D8BD280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2" name="Google Shape;149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0582B93-86A3-4B4A-941F-2270B440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3" name="Google Shape;149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A8337FF-032E-4043-9151-D8A87A5C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7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4" name="Google Shape;149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B5CF88FC-6D5C-4175-8839-90314C19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5" name="Google Shape;149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55900B4-026C-4041-A264-7D0CB58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6" name="Google Shape;149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36FFC26-0C81-4B41-887E-FDE09F6D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7" name="Google Shape;149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A98B3EA-6590-4F3D-93E0-F73369C6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8" name="Google Shape;149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B7C9FEE-92AA-410A-A92F-918EDAB5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9" name="Google Shape;149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D1531BB-0589-4526-AB72-E1E5ACF0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0" name="Google Shape;150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AAF9F8CB-A7ED-4877-B7B1-BCCBD7DE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1" name="Google Shape;150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CCC047E-A99C-473D-87ED-1769AAE8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2" name="Google Shape;150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93E2522-DCFA-49CC-9E75-CB60F4F1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3" name="Google Shape;150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08548F3-3352-40BE-8AB3-D077C04C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85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4" name="Google Shape;150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F09121D-6AAF-4574-B09C-46DA39D1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5" name="Google Shape;150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04B0A8A-E9EA-41F6-A81A-B6525394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6" name="Google Shape;150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32BA1496-0C99-4AA0-B5E0-6B0FB5F9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7" name="Google Shape;150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0AE2ADC3-E624-4F98-8179-72C0DE2C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8" name="Google Shape;150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B17E36ED-2D61-4A40-94E2-BDB3C490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9" name="Google Shape;150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ECF23E3-1112-46A5-B2FC-B2A10D0C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0" name="Google Shape;151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29AC7D14-0995-4041-8417-3073CE43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1" name="Google Shape;151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00539C9D-86A3-461C-899E-08C36954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2" name="Google Shape;151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284DFA0-B330-4931-8761-8C8B3C81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3" name="Google Shape;151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B49C6A84-0DAF-47CA-BB99-04C60C40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25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4" name="Google Shape;151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540E090C-F247-4ECA-B7DC-4012931D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3187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5" name="Google Shape;151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11023C6D-6DAD-485F-8558-93F8AC42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4273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6" name="Google Shape;151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AC144BD-4E41-4D78-BBCE-D17EFBAD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5359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7" name="Google Shape;1517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71B12BC-D19A-48F8-BB05-211F42C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6445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8" name="Google Shape;1518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06524B07-20AA-485F-B874-0A7ED281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7530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9" name="Google Shape;1519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DDD88978-C0F1-41B9-937B-45D9F48A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8616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0" name="Google Shape;1520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FD57667F-CC0D-4E55-AB82-FFE829B0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497023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1" name="Google Shape;1521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C5BE54A9-5553-49FE-A6F7-5BFAE2ED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507881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2" name="Google Shape;1522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91C93AA9-5DE4-441C-83A2-C852D2DB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5187389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3" name="Google Shape;1523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41EB9BE1-DA60-4E4A-90EF-1EC9704C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00" y="5295964"/>
            <a:ext cx="57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4" name="Google Shape;1524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67AC9457-DFB2-46E4-B66D-9F066035AD09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525" name="Google Shape;1525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ED8E20FA-6CA6-4548-87AB-1D76B6820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526" name="Google Shape;1526;g3f9c6d89798_0_8908">
            <a:extLst xmlns:a="http://schemas.openxmlformats.org/drawingml/2006/main">
              <a:ext uri="{FF2B5EF4-FFF2-40B4-BE49-F238E27FC236}">
                <a16:creationId xmlns:a16="http://schemas.microsoft.com/office/drawing/2014/main" id="{78631DD9-039A-49FE-83F1-32014F332E34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739" name="Google Shape;1527;g3f9c6d89798_0_890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9e0b2d262245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8566" y="616457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8.xml><?xml version="1.0" encoding="utf-8"?>
<p:sldLayout xmlns:p="http://schemas.openxmlformats.org/presentationml/2006/main" matchingName="Interior quote three column">
  <p:cSld name="CUSTOM_4_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51" name="Google Shape;1529;g3f9c6d89798_0_9121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2" name="Google Shape;1530;g3f9c6d89798_0_9121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1" name="Google Shape;1531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3238E483-8843-4A3B-A2D3-28308646E6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32" name="Google Shape;1532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2C4FDEEA-981F-4148-A401-119F310080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555" name="Google Shape;1533;g3f9c6d89798_0_9121"/>
          <p:cNvCxnSpPr/>
          <p:nvPr/>
        </p:nvCxnSpPr>
        <p:spPr>
          <a:xfrm xmlns:a="http://schemas.openxmlformats.org/drawingml/2006/main">
            <a:off x="4307600" y="2776950"/>
            <a:ext cx="0" cy="2302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56" name="Google Shape;1534;g3f9c6d89798_0_9121"/>
          <p:cNvCxnSpPr/>
          <p:nvPr/>
        </p:nvCxnSpPr>
        <p:spPr>
          <a:xfrm xmlns:a="http://schemas.openxmlformats.org/drawingml/2006/main">
            <a:off x="7890550" y="2776950"/>
            <a:ext cx="0" cy="2302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35" name="Google Shape;1535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9AB81987-9F03-44A7-AB74-94C3E3856CD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140925" y="4681050"/>
            <a:ext cx="27504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536" name="Google Shape;1536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EE8F208F-D259-41BB-8933-A35F615A7E5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140925" y="2813710"/>
            <a:ext cx="2750400" cy="15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537" name="Google Shape;1537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B2DB76D7-CEE8-4B88-8415-ACDD05FD773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723875" y="2813710"/>
            <a:ext cx="2750400" cy="15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538" name="Google Shape;1538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30B19AA1-E555-4D18-A826-88FF05BF548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306825" y="2813710"/>
            <a:ext cx="2750400" cy="15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539" name="Google Shape;1539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5D1D6FB5-5A6E-486D-A4AD-FA6F3D02721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720800" y="4681050"/>
            <a:ext cx="27504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540" name="Google Shape;1540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653F114C-02E5-4AE9-A084-C310A5277070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306825" y="4681050"/>
            <a:ext cx="27504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pic>
        <p:nvPicPr>
          <p:cNvPr id="1563" name="Google Shape;1541;g3f9c6d89798_0_91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93ea26b7604e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4805" y="2217196"/>
            <a:ext cx="553219" cy="553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4" name="Google Shape;1542;g3f9c6d89798_0_91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93ea26b7604e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7759" y="2217196"/>
            <a:ext cx="553219" cy="553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5" name="Google Shape;1543;g3f9c6d89798_0_91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93ea26b7604e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10712" y="2217196"/>
            <a:ext cx="553219" cy="553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4" name="Google Shape;1544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DBCA6D34-8E67-4B83-B676-D4A164D55E8B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545" name="Google Shape;1545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509EF644-9A28-4930-84B1-F6C146A54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546" name="Google Shape;1546;g3f9c6d89798_0_9121">
            <a:extLst xmlns:a="http://schemas.openxmlformats.org/drawingml/2006/main">
              <a:ext uri="{FF2B5EF4-FFF2-40B4-BE49-F238E27FC236}">
                <a16:creationId xmlns:a16="http://schemas.microsoft.com/office/drawing/2014/main" id="{216A8155-F89C-4BC2-9A26-D8656BA8AEEA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569" name="Google Shape;1547;g3f9c6d89798_0_91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dfdd1447ae48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019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9.xml><?xml version="1.0" encoding="utf-8"?>
<p:sldLayout xmlns:p="http://schemas.openxmlformats.org/presentationml/2006/main" matchingName="Interior quote two column">
  <p:cSld name="CUSTOM_4_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66" name="Google Shape;1549;g3f9c6d89798_0_9141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7" name="Google Shape;1550;g3f9c6d89798_0_9141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1" name="Google Shape;1551;g3f9c6d89798_0_9141">
            <a:extLst xmlns:a="http://schemas.openxmlformats.org/drawingml/2006/main">
              <a:ext uri="{FF2B5EF4-FFF2-40B4-BE49-F238E27FC236}">
                <a16:creationId xmlns:a16="http://schemas.microsoft.com/office/drawing/2014/main" id="{813298EB-A4A3-46D7-B82D-7A85EFC9C0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52" name="Google Shape;1552;g3f9c6d89798_0_9141">
            <a:extLst xmlns:a="http://schemas.openxmlformats.org/drawingml/2006/main">
              <a:ext uri="{FF2B5EF4-FFF2-40B4-BE49-F238E27FC236}">
                <a16:creationId xmlns:a16="http://schemas.microsoft.com/office/drawing/2014/main" id="{A3CB0FD4-F4AB-4827-B4E4-D80B2720DA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570" name="Google Shape;1553;g3f9c6d89798_0_9141"/>
          <p:cNvCxnSpPr/>
          <p:nvPr/>
        </p:nvCxnSpPr>
        <p:spPr>
          <a:xfrm xmlns:a="http://schemas.openxmlformats.org/drawingml/2006/main">
            <a:off x="6098909" y="2796200"/>
            <a:ext cx="0" cy="2923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54" name="Google Shape;1554;g3f9c6d89798_0_9141">
            <a:extLst xmlns:a="http://schemas.openxmlformats.org/drawingml/2006/main">
              <a:ext uri="{FF2B5EF4-FFF2-40B4-BE49-F238E27FC236}">
                <a16:creationId xmlns:a16="http://schemas.microsoft.com/office/drawing/2014/main" id="{0284B8E6-3DD3-467A-BAB0-E31F4F42ECA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343125" y="5036725"/>
            <a:ext cx="43980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555" name="Google Shape;1555;g3f9c6d89798_0_9141">
            <a:extLst xmlns:a="http://schemas.openxmlformats.org/drawingml/2006/main">
              <a:ext uri="{FF2B5EF4-FFF2-40B4-BE49-F238E27FC236}">
                <a16:creationId xmlns:a16="http://schemas.microsoft.com/office/drawing/2014/main" id="{5E4EAB11-9F9E-4025-8605-3689136133E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343125" y="2848100"/>
            <a:ext cx="4398000" cy="186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1556" name="Google Shape;1556;g3f9c6d89798_0_9141">
            <a:extLst xmlns:a="http://schemas.openxmlformats.org/drawingml/2006/main">
              <a:ext uri="{FF2B5EF4-FFF2-40B4-BE49-F238E27FC236}">
                <a16:creationId xmlns:a16="http://schemas.microsoft.com/office/drawing/2014/main" id="{93532C47-009A-43F2-ACFA-04734899BD0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529325" y="5036725"/>
            <a:ext cx="43980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557" name="Google Shape;1557;g3f9c6d89798_0_9141">
            <a:extLst xmlns:a="http://schemas.openxmlformats.org/drawingml/2006/main">
              <a:ext uri="{FF2B5EF4-FFF2-40B4-BE49-F238E27FC236}">
                <a16:creationId xmlns:a16="http://schemas.microsoft.com/office/drawing/2014/main" id="{570465CC-CB12-486E-9E9D-DB5EA5B5396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529325" y="2848100"/>
            <a:ext cx="4398000" cy="186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575" name="Google Shape;1558;g3f9c6d89798_0_91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b077d4e12641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7082" y="2044890"/>
            <a:ext cx="731700" cy="7316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6" name="Google Shape;1559;g3f9c6d89798_0_91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b077d4e12641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13282" y="2044890"/>
            <a:ext cx="731700" cy="7316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60" name="Google Shape;1560;g3f9c6d89798_0_9141">
            <a:extLst xmlns:a="http://schemas.openxmlformats.org/drawingml/2006/main">
              <a:ext uri="{FF2B5EF4-FFF2-40B4-BE49-F238E27FC236}">
                <a16:creationId xmlns:a16="http://schemas.microsoft.com/office/drawing/2014/main" id="{D2E8F269-0052-4788-BBB7-2B346E46427C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561" name="Google Shape;1561;g3f9c6d89798_0_9141">
            <a:extLst xmlns:a="http://schemas.openxmlformats.org/drawingml/2006/main">
              <a:ext uri="{FF2B5EF4-FFF2-40B4-BE49-F238E27FC236}">
                <a16:creationId xmlns:a16="http://schemas.microsoft.com/office/drawing/2014/main" id="{2582A9E7-87B6-4789-9F3D-CE4BBE168A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562" name="Google Shape;1562;g3f9c6d89798_0_9141">
            <a:extLst xmlns:a="http://schemas.openxmlformats.org/drawingml/2006/main">
              <a:ext uri="{FF2B5EF4-FFF2-40B4-BE49-F238E27FC236}">
                <a16:creationId xmlns:a16="http://schemas.microsoft.com/office/drawing/2014/main" id="{863C1CFC-5B98-4801-BDC6-F1B2BAFCFD2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580" name="Google Shape;1563;g3f9c6d89798_0_91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15b2b23cf844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1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0.xml><?xml version="1.0" encoding="utf-8"?>
<p:sldLayout xmlns:p="http://schemas.openxmlformats.org/presentationml/2006/main" matchingName="Interior quote large">
  <p:cSld name="CUSTOM_4_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5" name="Google Shape;1565;g3f9c6d89798_0_9157">
            <a:extLst xmlns:a="http://schemas.openxmlformats.org/drawingml/2006/main">
              <a:ext uri="{FF2B5EF4-FFF2-40B4-BE49-F238E27FC236}">
                <a16:creationId xmlns:a16="http://schemas.microsoft.com/office/drawing/2014/main" id="{FDA62BAD-843F-4982-ADFD-2B75D42AA1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575" name="Google Shape;1566;g3f9c6d89798_0_915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6" name="Google Shape;1567;g3f9c6d89798_0_915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8" name="Google Shape;1568;g3f9c6d89798_0_9157">
            <a:extLst xmlns:a="http://schemas.openxmlformats.org/drawingml/2006/main">
              <a:ext uri="{FF2B5EF4-FFF2-40B4-BE49-F238E27FC236}">
                <a16:creationId xmlns:a16="http://schemas.microsoft.com/office/drawing/2014/main" id="{A2A244D9-F1DC-4EC1-8078-2813AE0150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69" name="Google Shape;1569;g3f9c6d89798_0_9157">
            <a:extLst xmlns:a="http://schemas.openxmlformats.org/drawingml/2006/main">
              <a:ext uri="{FF2B5EF4-FFF2-40B4-BE49-F238E27FC236}">
                <a16:creationId xmlns:a16="http://schemas.microsoft.com/office/drawing/2014/main" id="{C9492069-BD6D-4A28-A38A-C161F091836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70" name="Google Shape;1570;g3f9c6d89798_0_9157">
            <a:extLst xmlns:a="http://schemas.openxmlformats.org/drawingml/2006/main">
              <a:ext uri="{FF2B5EF4-FFF2-40B4-BE49-F238E27FC236}">
                <a16:creationId xmlns:a16="http://schemas.microsoft.com/office/drawing/2014/main" id="{C9526C99-265D-4C22-8E90-2A3BAA638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65550" y="1455375"/>
            <a:ext cx="6724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571" name="Google Shape;1571;g3f9c6d89798_0_9157">
            <a:extLst xmlns:a="http://schemas.openxmlformats.org/drawingml/2006/main">
              <a:ext uri="{FF2B5EF4-FFF2-40B4-BE49-F238E27FC236}">
                <a16:creationId xmlns:a16="http://schemas.microsoft.com/office/drawing/2014/main" id="{308EAA8C-4B65-4A73-9244-C51141BBD7F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65600" y="5036725"/>
            <a:ext cx="4097700" cy="4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pic>
        <p:nvPicPr>
          <p:cNvPr id="1581" name="Google Shape;1572;g3f9c6d89798_0_915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226d26dde44e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19450" y="1298452"/>
            <a:ext cx="731700" cy="7316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82" name="Google Shape;1573;g3f9c6d89798_0_915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d0511def1249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16" y="6177738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1.xml><?xml version="1.0" encoding="utf-8"?>
<p:sldLayout xmlns:p="http://schemas.openxmlformats.org/presentationml/2006/main" matchingName="Interior two by two">
  <p:cSld name="CUSTOM_4_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91" name="Google Shape;1575;g3f9c6d89798_0_916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2" name="Google Shape;1576;g3f9c6d89798_0_916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7" name="Google Shape;1577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5E1056B0-671F-45A2-8513-82E0DEB953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78" name="Google Shape;1578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1DE1496E-80EC-4BE4-BEDE-3F3C0A13E1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79" name="Google Shape;1579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5668B63D-7A1D-4DF2-A6C8-8E1638A45AD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6855088" y="2788100"/>
            <a:ext cx="35121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580" name="Google Shape;1580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30477AFC-BD70-4EDB-A39E-92D282A871D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55081" y="2352950"/>
            <a:ext cx="35121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581" name="Google Shape;1581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A17DD218-FAC1-43CD-AE33-B368C5249F9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855088" y="4434375"/>
            <a:ext cx="35121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582" name="Google Shape;1582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739B3208-7EE9-4DEE-BEBA-7982CC79D4A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855081" y="3999225"/>
            <a:ext cx="35121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583" name="Google Shape;1583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D331821C-8365-46F0-B3C5-3E675E3EB245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2084625" y="2788100"/>
            <a:ext cx="35121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584" name="Google Shape;1584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C6D3EF10-1A67-4282-976E-42333933C503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2084600" y="2352950"/>
            <a:ext cx="35121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585" name="Google Shape;1585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242A7470-1D66-4D6A-A7C3-2B6EF6042E03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2084625" y="4434375"/>
            <a:ext cx="35121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586" name="Google Shape;1586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B99B7579-5291-4B70-A540-CADBC628AA71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2084600" y="3999225"/>
            <a:ext cx="35121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587" name="Google Shape;1587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950879C2-2915-48C4-AE48-350EAE8BD289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588" name="Google Shape;1588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3BABB64C-6760-4D6D-B189-B1827240D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589" name="Google Shape;1589;g3f9c6d89798_0_9167">
            <a:extLst xmlns:a="http://schemas.openxmlformats.org/drawingml/2006/main">
              <a:ext uri="{FF2B5EF4-FFF2-40B4-BE49-F238E27FC236}">
                <a16:creationId xmlns:a16="http://schemas.microsoft.com/office/drawing/2014/main" id="{F8AD688C-8893-4E0A-A2B5-308D10D69E84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606" name="Google Shape;1590;g3f9c6d89798_0_91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6143107dcf476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2.xml><?xml version="1.0" encoding="utf-8"?>
<p:sldLayout xmlns:p="http://schemas.openxmlformats.org/presentationml/2006/main" matchingName="Interior four column">
  <p:cSld name="CUSTOM_4_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1" name="Google Shape;1592;g3f9c6d89798_0_918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2" name="Google Shape;1593;g3f9c6d89798_0_918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4" name="Google Shape;1594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43F55567-3C19-4E9D-9EC4-2CE0BF3094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95" name="Google Shape;1595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F12A2C2C-93FC-42A3-80C5-3CF16A0A66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1615" name="Google Shape;1596;g3f9c6d89798_0_9184"/>
          <p:cNvCxnSpPr/>
          <p:nvPr/>
        </p:nvCxnSpPr>
        <p:spPr>
          <a:xfrm xmlns:a="http://schemas.openxmlformats.org/drawingml/2006/main">
            <a:off x="3416583" y="3678000"/>
            <a:ext cx="0" cy="152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16" name="Google Shape;1597;g3f9c6d89798_0_9184"/>
          <p:cNvCxnSpPr/>
          <p:nvPr/>
        </p:nvCxnSpPr>
        <p:spPr>
          <a:xfrm xmlns:a="http://schemas.openxmlformats.org/drawingml/2006/main">
            <a:off x="6096100" y="3678000"/>
            <a:ext cx="0" cy="152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17" name="Google Shape;1598;g3f9c6d89798_0_9184"/>
          <p:cNvCxnSpPr/>
          <p:nvPr/>
        </p:nvCxnSpPr>
        <p:spPr>
          <a:xfrm xmlns:a="http://schemas.openxmlformats.org/drawingml/2006/main">
            <a:off x="8775617" y="3678000"/>
            <a:ext cx="0" cy="1527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99" name="Google Shape;1599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F561DD9E-E2BA-4673-B2DE-9ADF3F1FCEA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75" y="4059500"/>
            <a:ext cx="23835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600" name="Google Shape;1600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84C4BF0F-5AA3-4C5D-9E10-5862A474966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050" y="3624350"/>
            <a:ext cx="23835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01" name="Google Shape;1601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435EC82B-BD08-4E9F-8491-9BA3127F26AB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923625" y="4059500"/>
            <a:ext cx="23835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602" name="Google Shape;1602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AFB5B3C0-41E9-48C9-8BCE-CBA39469A83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923600" y="3624350"/>
            <a:ext cx="23835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03" name="Google Shape;1603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13420BEA-CC17-4050-8DE1-0BCC4CC1C4D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244108" y="4059500"/>
            <a:ext cx="23835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604" name="Google Shape;1604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5093B9B5-AC60-482A-8D74-7687F432576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6244083" y="3624350"/>
            <a:ext cx="23835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05" name="Google Shape;1605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F8F41413-7212-447E-A842-63997A8A47B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564592" y="4059500"/>
            <a:ext cx="2383500" cy="10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606" name="Google Shape;1606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D916C852-1FC4-4656-A7CD-730F962097C2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3564567" y="3624350"/>
            <a:ext cx="2383500" cy="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07" name="Google Shape;1607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67D2E335-AE10-4C11-8A71-BFB17FAC069D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08" name="Google Shape;1608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2EB3DE7E-6568-4A3E-BE72-C668E52FF4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609" name="Google Shape;1609;g3f9c6d89798_0_9184">
            <a:extLst xmlns:a="http://schemas.openxmlformats.org/drawingml/2006/main">
              <a:ext uri="{FF2B5EF4-FFF2-40B4-BE49-F238E27FC236}">
                <a16:creationId xmlns:a16="http://schemas.microsoft.com/office/drawing/2014/main" id="{B8D3320B-0481-450B-A861-D6CB4DB2358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629" name="Google Shape;1610;g3f9c6d89798_0_91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518a0a6b1b4b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3.xml><?xml version="1.0" encoding="utf-8"?>
<p:sldLayout xmlns:p="http://schemas.openxmlformats.org/presentationml/2006/main" matchingName="Interior title left">
  <p:cSld name="CUSTOM_4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2" name="Google Shape;1612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C59BB150-8593-4946-843C-EEE10001C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3358700"/>
            <a:ext cx="3291900" cy="198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13" name="Google Shape;1613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CC507ED2-FA68-4CC0-A648-9A0EBAC543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240700"/>
            <a:ext cx="4114800" cy="198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3pPr>
            <a:lvl4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4pPr>
            <a:lvl5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5pPr>
            <a:lvl6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6pPr>
            <a:lvl7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7pPr>
            <a:lvl8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8pPr>
            <a:lvl9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1614" name="Google Shape;1614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344403BF-16FA-4267-821F-2CAE9B492F3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cxnSp>
        <p:nvCxnSpPr>
          <p:cNvPr id="1629" name="Google Shape;1615;g3f9c6d89798_0_920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0" name="Google Shape;1616;g3f9c6d89798_0_920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7" name="Google Shape;1617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1F02B558-2048-4F73-87EF-8C02179CF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18" name="Google Shape;1618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A6D2B54F-CC4E-451E-981C-BC4A753832F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19" name="Google Shape;1619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4A48C4EB-22E9-4313-B9D5-2A926E5FDB2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857350" y="1644050"/>
            <a:ext cx="4660800" cy="8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620" name="Google Shape;1620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AD9605DF-7B42-43F5-9AF7-3D741F1DA2B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857350" y="1240700"/>
            <a:ext cx="46608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21" name="Google Shape;1621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3FC59F58-B8D3-4995-9CEF-BC069EA06094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857350" y="3164125"/>
            <a:ext cx="4660800" cy="8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622" name="Google Shape;1622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D26202D8-DB5E-4191-A624-557612F0F793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6857350" y="2760775"/>
            <a:ext cx="46608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23" name="Google Shape;1623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C61E8FBA-158B-41BD-A8F3-E671D6D9CCB6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857350" y="4684200"/>
            <a:ext cx="4660800" cy="8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1624" name="Google Shape;1624;g3f9c6d89798_0_9204">
            <a:extLst xmlns:a="http://schemas.openxmlformats.org/drawingml/2006/main">
              <a:ext uri="{FF2B5EF4-FFF2-40B4-BE49-F238E27FC236}">
                <a16:creationId xmlns:a16="http://schemas.microsoft.com/office/drawing/2014/main" id="{0CD22136-A4A1-4951-9984-475F92BCC3C5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857350" y="4280850"/>
            <a:ext cx="46608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pic>
        <p:nvPicPr>
          <p:cNvPr id="1639" name="Google Shape;1625;g3f9c6d89798_0_920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6ceb6f873747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641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4.xml><?xml version="1.0" encoding="utf-8"?>
<p:sldLayout xmlns:p="http://schemas.openxmlformats.org/presentationml/2006/main" matchingName="Interior image left">
  <p:cSld name="CUSTOM_4_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36" name="Google Shape;1627;g3f9c6d89798_0_9219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7" name="Google Shape;1628;g3f9c6d89798_0_921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9" name="Google Shape;1629;g3f9c6d89798_0_9219">
            <a:extLst xmlns:a="http://schemas.openxmlformats.org/drawingml/2006/main">
              <a:ext uri="{FF2B5EF4-FFF2-40B4-BE49-F238E27FC236}">
                <a16:creationId xmlns:a16="http://schemas.microsoft.com/office/drawing/2014/main" id="{7423142A-C5DB-4847-8D2E-AF87533403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30" name="Google Shape;1630;g3f9c6d89798_0_9219">
            <a:extLst xmlns:a="http://schemas.openxmlformats.org/drawingml/2006/main">
              <a:ext uri="{FF2B5EF4-FFF2-40B4-BE49-F238E27FC236}">
                <a16:creationId xmlns:a16="http://schemas.microsoft.com/office/drawing/2014/main" id="{AA8CD75B-5D70-4DC6-A24A-04842FDB7B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31" name="Google Shape;1631;g3f9c6d89798_0_9219">
            <a:extLst xmlns:a="http://schemas.openxmlformats.org/drawingml/2006/main">
              <a:ext uri="{FF2B5EF4-FFF2-40B4-BE49-F238E27FC236}">
                <a16:creationId xmlns:a16="http://schemas.microsoft.com/office/drawing/2014/main" id="{B8F549A2-8B48-4A88-89AF-5074F5AF254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662075" y="2539250"/>
            <a:ext cx="5486400" cy="316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2pPr>
            <a:lvl3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3pPr>
            <a:lvl4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4pPr>
            <a:lvl5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5pPr>
            <a:lvl6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6pPr>
            <a:lvl7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7pPr>
            <a:lvl8pPr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8pPr>
            <a:lvl9pPr algn="l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SzPts val="1800"/>
              <a:buNone/>
              <a:defRPr/>
            </a:lvl9pPr>
          </a:lstStyle>
          <a:p xmlns:a="http://schemas.openxmlformats.org/drawingml/2006/main"/>
        </p:txBody>
      </p:sp>
      <p:sp>
        <p:nvSpPr>
          <p:cNvPr id="1632" name="Google Shape;1632;g3f9c6d89798_0_9219">
            <a:extLst xmlns:a="http://schemas.openxmlformats.org/drawingml/2006/main">
              <a:ext uri="{FF2B5EF4-FFF2-40B4-BE49-F238E27FC236}">
                <a16:creationId xmlns:a16="http://schemas.microsoft.com/office/drawing/2014/main" id="{7BE3FFAD-A235-4CAA-AD09-EDC400D73EF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33" name="Google Shape;1633;g3f9c6d89798_0_9219">
            <a:extLst xmlns:a="http://schemas.openxmlformats.org/drawingml/2006/main">
              <a:ext uri="{FF2B5EF4-FFF2-40B4-BE49-F238E27FC236}">
                <a16:creationId xmlns:a16="http://schemas.microsoft.com/office/drawing/2014/main" id="{F7491312-9D98-4B68-906D-91CE0B0AED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634" name="Google Shape;1634;g3f9c6d89798_0_9219">
            <a:extLst xmlns:a="http://schemas.openxmlformats.org/drawingml/2006/main">
              <a:ext uri="{FF2B5EF4-FFF2-40B4-BE49-F238E27FC236}">
                <a16:creationId xmlns:a16="http://schemas.microsoft.com/office/drawing/2014/main" id="{644B7793-6DB5-4703-B047-BEC69976D50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644" name="Google Shape;1635;g3f9c6d89798_0_92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c4a9a96bc840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0191" y="6093413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5.xml><?xml version="1.0" encoding="utf-8"?>
<p:sldLayout xmlns:p="http://schemas.openxmlformats.org/presentationml/2006/main" matchingName="Interior large text alt1">
  <p:cSld name="CUSTOM_4_2_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46" name="Google Shape;1637;g3f9c6d89798_0_9229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7" name="Google Shape;1638;g3f9c6d89798_0_922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9" name="Google Shape;1639;g3f9c6d89798_0_9229">
            <a:extLst xmlns:a="http://schemas.openxmlformats.org/drawingml/2006/main">
              <a:ext uri="{FF2B5EF4-FFF2-40B4-BE49-F238E27FC236}">
                <a16:creationId xmlns:a16="http://schemas.microsoft.com/office/drawing/2014/main" id="{B593DFB0-C64E-461E-A597-D5A650190C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40" name="Google Shape;1640;g3f9c6d89798_0_9229">
            <a:extLst xmlns:a="http://schemas.openxmlformats.org/drawingml/2006/main">
              <a:ext uri="{FF2B5EF4-FFF2-40B4-BE49-F238E27FC236}">
                <a16:creationId xmlns:a16="http://schemas.microsoft.com/office/drawing/2014/main" id="{B7455315-BCF8-4726-80BE-704EB327B8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41" name="Google Shape;1641;g3f9c6d89798_0_9229">
            <a:extLst xmlns:a="http://schemas.openxmlformats.org/drawingml/2006/main">
              <a:ext uri="{FF2B5EF4-FFF2-40B4-BE49-F238E27FC236}">
                <a16:creationId xmlns:a16="http://schemas.microsoft.com/office/drawing/2014/main" id="{12A27A28-CD82-45A5-9609-6A924A5B1CAB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87850" y="2416425"/>
            <a:ext cx="8044800" cy="130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42" name="Google Shape;1642;g3f9c6d89798_0_9229">
            <a:extLst xmlns:a="http://schemas.openxmlformats.org/drawingml/2006/main">
              <a:ext uri="{FF2B5EF4-FFF2-40B4-BE49-F238E27FC236}">
                <a16:creationId xmlns:a16="http://schemas.microsoft.com/office/drawing/2014/main" id="{2C2EEA43-A5F0-43EE-9885-CE76823D2FF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9pPr>
          </a:lstStyle>
          <a:p xmlns:a="http://schemas.openxmlformats.org/drawingml/2006/main"/>
        </p:txBody>
      </p:sp>
      <p:sp>
        <p:nvSpPr>
          <p:cNvPr id="1643" name="Google Shape;1643;g3f9c6d89798_0_9229">
            <a:extLst xmlns:a="http://schemas.openxmlformats.org/drawingml/2006/main">
              <a:ext uri="{FF2B5EF4-FFF2-40B4-BE49-F238E27FC236}">
                <a16:creationId xmlns:a16="http://schemas.microsoft.com/office/drawing/2014/main" id="{B691B88D-F925-4B3D-A0D8-1FC39DE2C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5050" y="1100350"/>
            <a:ext cx="10422000" cy="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644" name="Google Shape;1644;g3f9c6d89798_0_9229">
            <a:extLst xmlns:a="http://schemas.openxmlformats.org/drawingml/2006/main">
              <a:ext uri="{FF2B5EF4-FFF2-40B4-BE49-F238E27FC236}">
                <a16:creationId xmlns:a16="http://schemas.microsoft.com/office/drawing/2014/main" id="{FE716E3C-3526-4DBF-A307-7DDE2A9D4E4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125" y="1653550"/>
            <a:ext cx="10422000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654" name="Google Shape;1645;g3f9c6d89798_0_92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085b6949ee49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391" y="6121870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6.xml><?xml version="1.0" encoding="utf-8"?>
<p:sldLayout xmlns:p="http://schemas.openxmlformats.org/presentationml/2006/main" matchingName="Interior large text">
  <p:cSld name="CUSTOM_4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7" name="Google Shape;1647;g3f9c6d89798_0_9239">
            <a:extLst xmlns:a="http://schemas.openxmlformats.org/drawingml/2006/main">
              <a:ext uri="{FF2B5EF4-FFF2-40B4-BE49-F238E27FC236}">
                <a16:creationId xmlns:a16="http://schemas.microsoft.com/office/drawing/2014/main" id="{C46FC04A-029C-49A7-8286-F71C8CFB2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80375" y="1653075"/>
            <a:ext cx="7431000" cy="39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>
                <a:solidFill>
                  <a:schemeClr val="accent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</a:defRPr>
            </a:lvl9pPr>
          </a:lstStyle>
          <a:p xmlns:a="http://schemas.openxmlformats.org/drawingml/2006/main"/>
        </p:txBody>
      </p:sp>
      <p:sp>
        <p:nvSpPr>
          <p:cNvPr id="1648" name="Google Shape;1648;g3f9c6d89798_0_9239">
            <a:extLst xmlns:a="http://schemas.openxmlformats.org/drawingml/2006/main">
              <a:ext uri="{FF2B5EF4-FFF2-40B4-BE49-F238E27FC236}">
                <a16:creationId xmlns:a16="http://schemas.microsoft.com/office/drawing/2014/main" id="{F2851DA9-D53D-469F-B47F-1A0EE78466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656" name="Google Shape;1649;g3f9c6d89798_0_9239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7" name="Google Shape;1650;g3f9c6d89798_0_9239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1" name="Google Shape;1651;g3f9c6d89798_0_9239">
            <a:extLst xmlns:a="http://schemas.openxmlformats.org/drawingml/2006/main">
              <a:ext uri="{FF2B5EF4-FFF2-40B4-BE49-F238E27FC236}">
                <a16:creationId xmlns:a16="http://schemas.microsoft.com/office/drawing/2014/main" id="{8DB09F02-5D6B-4EE3-A3FE-12793FF6D7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52" name="Google Shape;1652;g3f9c6d89798_0_9239">
            <a:extLst xmlns:a="http://schemas.openxmlformats.org/drawingml/2006/main">
              <a:ext uri="{FF2B5EF4-FFF2-40B4-BE49-F238E27FC236}">
                <a16:creationId xmlns:a16="http://schemas.microsoft.com/office/drawing/2014/main" id="{2B8F29E9-6248-420D-AE03-4613E63B737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660" name="Google Shape;1653;g3f9c6d89798_0_92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fab3cdab324e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666" y="6169551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7.xml><?xml version="1.0" encoding="utf-8"?>
<p:sldLayout xmlns:p="http://schemas.openxmlformats.org/presentationml/2006/main" matchingName="Interior agenda dark">
  <p:cSld name="CUSTOM_4_1">
    <p:bg>
      <p:bgPr>
        <a:solidFill xmlns:a="http://schemas.openxmlformats.org/drawingml/2006/main">
          <a:srgbClr val="2929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5" name="Google Shape;1655;g3f9c6d89798_0_9247">
            <a:extLst xmlns:a="http://schemas.openxmlformats.org/drawingml/2006/main">
              <a:ext uri="{FF2B5EF4-FFF2-40B4-BE49-F238E27FC236}">
                <a16:creationId xmlns:a16="http://schemas.microsoft.com/office/drawing/2014/main" id="{077526DF-1A85-472E-9523-AB3294456F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56" name="Google Shape;1656;g3f9c6d89798_0_9247">
            <a:extLst xmlns:a="http://schemas.openxmlformats.org/drawingml/2006/main">
              <a:ext uri="{FF2B5EF4-FFF2-40B4-BE49-F238E27FC236}">
                <a16:creationId xmlns:a16="http://schemas.microsoft.com/office/drawing/2014/main" id="{ADA4CBF6-E9BB-4D15-9FA2-0B847F750D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57" name="Google Shape;1657;g3f9c6d89798_0_9247">
            <a:extLst xmlns:a="http://schemas.openxmlformats.org/drawingml/2006/main">
              <a:ext uri="{FF2B5EF4-FFF2-40B4-BE49-F238E27FC236}">
                <a16:creationId xmlns:a16="http://schemas.microsoft.com/office/drawing/2014/main" id="{6CD15242-A63C-4218-AF20-6C51D42CE1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 xmlns:a="http://schemas.openxmlformats.org/drawingml/2006/main"/>
        </p:txBody>
      </p:sp>
      <p:cxnSp>
        <p:nvCxnSpPr>
          <p:cNvPr id="1667" name="Google Shape;1658;g3f9c6d89798_0_924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9" name="Google Shape;1659;g3f9c6d89798_0_9247">
            <a:extLst xmlns:a="http://schemas.openxmlformats.org/drawingml/2006/main">
              <a:ext uri="{FF2B5EF4-FFF2-40B4-BE49-F238E27FC236}">
                <a16:creationId xmlns:a16="http://schemas.microsoft.com/office/drawing/2014/main" id="{6CED4139-3F5F-41A0-9BC5-8F19A90702D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669" name="Google Shape;1660;g3f9c6d89798_0_924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1" name="Google Shape;1661;g3f9c6d89798_0_9247">
            <a:extLst xmlns:a="http://schemas.openxmlformats.org/drawingml/2006/main">
              <a:ext uri="{FF2B5EF4-FFF2-40B4-BE49-F238E27FC236}">
                <a16:creationId xmlns:a16="http://schemas.microsoft.com/office/drawing/2014/main" id="{820B3A91-7420-4900-8C36-143F568E03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62" name="Google Shape;1662;g3f9c6d89798_0_9247">
            <a:extLst xmlns:a="http://schemas.openxmlformats.org/drawingml/2006/main">
              <a:ext uri="{FF2B5EF4-FFF2-40B4-BE49-F238E27FC236}">
                <a16:creationId xmlns:a16="http://schemas.microsoft.com/office/drawing/2014/main" id="{2ED63742-A557-45CF-9C20-11213FCC4D6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672" name="Google Shape;1663;g3f9c6d89798_0_924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d185c71d6647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455875" y="6243950"/>
            <a:ext cx="393800" cy="2974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8.xml><?xml version="1.0" encoding="utf-8"?>
<p:sldLayout xmlns:p="http://schemas.openxmlformats.org/presentationml/2006/main" matchingName="Interior overview">
  <p:cSld name="CUSTOM_4_1_1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73" name="Google Shape;1665;g3f9c6d89798_0_925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6" name="Google Shape;1666;g3f9c6d89798_0_9257">
            <a:extLst xmlns:a="http://schemas.openxmlformats.org/drawingml/2006/main">
              <a:ext uri="{FF2B5EF4-FFF2-40B4-BE49-F238E27FC236}">
                <a16:creationId xmlns:a16="http://schemas.microsoft.com/office/drawing/2014/main" id="{8E64030A-F378-433F-9E88-078375158D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cxnSp>
        <p:nvCxnSpPr>
          <p:cNvPr id="1675" name="Google Shape;1667;g3f9c6d89798_0_925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8" name="Google Shape;1668;g3f9c6d89798_0_9257">
            <a:extLst xmlns:a="http://schemas.openxmlformats.org/drawingml/2006/main">
              <a:ext uri="{FF2B5EF4-FFF2-40B4-BE49-F238E27FC236}">
                <a16:creationId xmlns:a16="http://schemas.microsoft.com/office/drawing/2014/main" id="{6362F0A8-29AE-4BAF-AECD-138E04B590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69" name="Google Shape;1669;g3f9c6d89798_0_9257">
            <a:extLst xmlns:a="http://schemas.openxmlformats.org/drawingml/2006/main">
              <a:ext uri="{FF2B5EF4-FFF2-40B4-BE49-F238E27FC236}">
                <a16:creationId xmlns:a16="http://schemas.microsoft.com/office/drawing/2014/main" id="{DA773F1C-8842-43D7-91AF-8F4E0F45063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70" name="Google Shape;1670;g3f9c6d89798_0_9257">
            <a:extLst xmlns:a="http://schemas.openxmlformats.org/drawingml/2006/main">
              <a:ext uri="{FF2B5EF4-FFF2-40B4-BE49-F238E27FC236}">
                <a16:creationId xmlns:a16="http://schemas.microsoft.com/office/drawing/2014/main" id="{73003E97-C5AC-490A-939C-6361298B165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00275" y="3109300"/>
            <a:ext cx="50439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0" tIns="91425" rIns="91425" bIns="91425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1671" name="Google Shape;1671;g3f9c6d89798_0_9257">
            <a:extLst xmlns:a="http://schemas.openxmlformats.org/drawingml/2006/main">
              <a:ext uri="{FF2B5EF4-FFF2-40B4-BE49-F238E27FC236}">
                <a16:creationId xmlns:a16="http://schemas.microsoft.com/office/drawing/2014/main" id="{85A050E4-1842-4CA2-9B91-3D178BB06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190987"/>
            <a:ext cx="3885900" cy="146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680" name="Google Shape;1672;g3f9c6d89798_0_925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9edec5a962451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1741" y="6234626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9.xml><?xml version="1.0" encoding="utf-8"?>
<p:sldLayout xmlns:p="http://schemas.openxmlformats.org/presentationml/2006/main" matchingName="Interior agenda light">
  <p:cSld name="Interior agenda light (g3f9e519553d_13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4" name="Google Shape;1674;g3f9c6d89798_0_9266">
            <a:extLst xmlns:a="http://schemas.openxmlformats.org/drawingml/2006/main">
              <a:ext uri="{FF2B5EF4-FFF2-40B4-BE49-F238E27FC236}">
                <a16:creationId xmlns:a16="http://schemas.microsoft.com/office/drawing/2014/main" id="{99B3C10A-100C-4149-8BBA-BFE73EA48C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1675" name="Google Shape;1675;g3f9c6d89798_0_9266">
            <a:extLst xmlns:a="http://schemas.openxmlformats.org/drawingml/2006/main">
              <a:ext uri="{FF2B5EF4-FFF2-40B4-BE49-F238E27FC236}">
                <a16:creationId xmlns:a16="http://schemas.microsoft.com/office/drawing/2014/main" id="{C81C2C86-FBD7-4584-8779-D267D842E1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76" name="Google Shape;1676;g3f9c6d89798_0_9266">
            <a:extLst xmlns:a="http://schemas.openxmlformats.org/drawingml/2006/main">
              <a:ext uri="{FF2B5EF4-FFF2-40B4-BE49-F238E27FC236}">
                <a16:creationId xmlns:a16="http://schemas.microsoft.com/office/drawing/2014/main" id="{A8EDC2F6-D085-4C60-9F4C-B7DBD529F5F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77" name="Google Shape;1677;g3f9c6d89798_0_9266">
            <a:extLst xmlns:a="http://schemas.openxmlformats.org/drawingml/2006/main">
              <a:ext uri="{FF2B5EF4-FFF2-40B4-BE49-F238E27FC236}">
                <a16:creationId xmlns:a16="http://schemas.microsoft.com/office/drawing/2014/main" id="{33EBBA51-E673-487F-9B39-55621E0883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1678" name="Google Shape;1678;g3f9c6d89798_0_9266">
            <a:extLst xmlns:a="http://schemas.openxmlformats.org/drawingml/2006/main">
              <a:ext uri="{FF2B5EF4-FFF2-40B4-BE49-F238E27FC236}">
                <a16:creationId xmlns:a16="http://schemas.microsoft.com/office/drawing/2014/main" id="{507F5EA0-71D9-43F3-9F77-2F0FA2598EC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1679" name="Google Shape;1679;g3f9c6d89798_0_9266">
            <a:extLst xmlns:a="http://schemas.openxmlformats.org/drawingml/2006/main">
              <a:ext uri="{FF2B5EF4-FFF2-40B4-BE49-F238E27FC236}">
                <a16:creationId xmlns:a16="http://schemas.microsoft.com/office/drawing/2014/main" id="{DF1722A7-1D1A-4FA2-9017-370B70F44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0.xml><?xml version="1.0" encoding="utf-8"?>
<p:sldLayout xmlns:p="http://schemas.openxmlformats.org/presentationml/2006/main" matchingName="Interior agenda light 2">
  <p:cSld name="Interior agenda light (g3f9e519553d_6_0)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1" name="Google Shape;1681;g3f9c6d89798_0_10112">
            <a:extLst xmlns:a="http://schemas.openxmlformats.org/drawingml/2006/main">
              <a:ext uri="{FF2B5EF4-FFF2-40B4-BE49-F238E27FC236}">
                <a16:creationId xmlns:a16="http://schemas.microsoft.com/office/drawing/2014/main" id="{8196176A-39B0-4E06-8A54-E850454CAC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/>
        </p:txBody>
      </p:sp>
      <p:sp>
        <p:nvSpPr>
          <p:cNvPr id="1682" name="Google Shape;1682;g3f9c6d89798_0_10112">
            <a:extLst xmlns:a="http://schemas.openxmlformats.org/drawingml/2006/main">
              <a:ext uri="{FF2B5EF4-FFF2-40B4-BE49-F238E27FC236}">
                <a16:creationId xmlns:a16="http://schemas.microsoft.com/office/drawing/2014/main" id="{A46E165E-A484-40E2-B741-1D16FB78ED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1975" y="6169556"/>
            <a:ext cx="731700" cy="1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cap="non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83" name="Google Shape;1683;g3f9c6d89798_0_10112">
            <a:extLst xmlns:a="http://schemas.openxmlformats.org/drawingml/2006/main">
              <a:ext uri="{FF2B5EF4-FFF2-40B4-BE49-F238E27FC236}">
                <a16:creationId xmlns:a16="http://schemas.microsoft.com/office/drawing/2014/main" id="{EA85B0F3-3587-47F3-9701-F305DDFAFE0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85050" y="6169550"/>
            <a:ext cx="800250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84" name="Google Shape;1684;g3f9c6d89798_0_10112">
            <a:extLst xmlns:a="http://schemas.openxmlformats.org/drawingml/2006/main">
              <a:ext uri="{FF2B5EF4-FFF2-40B4-BE49-F238E27FC236}">
                <a16:creationId xmlns:a16="http://schemas.microsoft.com/office/drawing/2014/main" id="{108F35B4-CB62-41EB-B67F-F9063D36392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6699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1685" name="Google Shape;1685;g3f9c6d89798_0_10112">
            <a:extLst xmlns:a="http://schemas.openxmlformats.org/drawingml/2006/main">
              <a:ext uri="{FF2B5EF4-FFF2-40B4-BE49-F238E27FC236}">
                <a16:creationId xmlns:a16="http://schemas.microsoft.com/office/drawing/2014/main" id="{EEBD2CDA-AB91-404C-92A8-827CCA650B3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08700" y="1849475"/>
            <a:ext cx="21318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marL="1371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marL="18288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marL="22860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marL="27432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marL="32004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marL="3657600" indent="-3429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marL="4114800" indent="-3429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 xmlns:a="http://schemas.openxmlformats.org/drawingml/2006/main"/>
        </p:txBody>
      </p:sp>
      <p:sp>
        <p:nvSpPr>
          <p:cNvPr id="1686" name="Google Shape;1686;g3f9c6d89798_0_10112">
            <a:extLst xmlns:a="http://schemas.openxmlformats.org/drawingml/2006/main">
              <a:ext uri="{FF2B5EF4-FFF2-40B4-BE49-F238E27FC236}">
                <a16:creationId xmlns:a16="http://schemas.microsoft.com/office/drawing/2014/main" id="{ACF92980-A762-405D-8915-E6B219BAFD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275" y="1736433"/>
            <a:ext cx="3885900" cy="269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5d732209854569" /><Relationship Type="http://schemas.openxmlformats.org/officeDocument/2006/relationships/slideLayout" Target="/ppt/slideLayouts/slideLayout1.xml" Id="Rf48569d854754151" /><Relationship Type="http://schemas.openxmlformats.org/officeDocument/2006/relationships/slideLayout" Target="/ppt/slideLayouts/slideLayout2.xml" Id="Rcb36ae743290498d" /><Relationship Type="http://schemas.openxmlformats.org/officeDocument/2006/relationships/slideLayout" Target="/ppt/slideLayouts/slideLayout3.xml" Id="Rb734753ec2794e70" /><Relationship Type="http://schemas.openxmlformats.org/officeDocument/2006/relationships/slideLayout" Target="/ppt/slideLayouts/slideLayout4.xml" Id="R7eb192f080ff4dbb" /><Relationship Type="http://schemas.openxmlformats.org/officeDocument/2006/relationships/slideLayout" Target="/ppt/slideLayouts/slideLayout5.xml" Id="R9ae0eec2910e44f3" /><Relationship Type="http://schemas.openxmlformats.org/officeDocument/2006/relationships/slideLayout" Target="/ppt/slideLayouts/slideLayout6.xml" Id="Rbb5b53c960ee4cce" /><Relationship Type="http://schemas.openxmlformats.org/officeDocument/2006/relationships/slideLayout" Target="/ppt/slideLayouts/slideLayout7.xml" Id="R525f26582cc4405e" /><Relationship Type="http://schemas.openxmlformats.org/officeDocument/2006/relationships/slideLayout" Target="/ppt/slideLayouts/slideLayout8.xml" Id="R59697881296c4ac0" /><Relationship Type="http://schemas.openxmlformats.org/officeDocument/2006/relationships/slideLayout" Target="/ppt/slideLayouts/slideLayout9.xml" Id="Reed0ffb6a4494c0c" /><Relationship Type="http://schemas.openxmlformats.org/officeDocument/2006/relationships/slideLayout" Target="/ppt/slideLayouts/slideLayout10.xml" Id="R868698388c9e4d5e" /><Relationship Type="http://schemas.openxmlformats.org/officeDocument/2006/relationships/slideLayout" Target="/ppt/slideLayouts/slideLayout11.xml" Id="R37121bf326944846" /><Relationship Type="http://schemas.openxmlformats.org/officeDocument/2006/relationships/slideLayout" Target="/ppt/slideLayouts/slideLayout12.xml" Id="R841cd71ef60949f6" /><Relationship Type="http://schemas.openxmlformats.org/officeDocument/2006/relationships/slideLayout" Target="/ppt/slideLayouts/slideLayout13.xml" Id="R84e457bb0dd5442a" /><Relationship Type="http://schemas.openxmlformats.org/officeDocument/2006/relationships/slideLayout" Target="/ppt/slideLayouts/slideLayout14.xml" Id="R00df1f7e855d4d93" /><Relationship Type="http://schemas.openxmlformats.org/officeDocument/2006/relationships/slideLayout" Target="/ppt/slideLayouts/slideLayout15.xml" Id="R499c6e3832aa4e3e" /><Relationship Type="http://schemas.openxmlformats.org/officeDocument/2006/relationships/slideLayout" Target="/ppt/slideLayouts/slideLayout16.xml" Id="R2998b20af8c54e32" /><Relationship Type="http://schemas.openxmlformats.org/officeDocument/2006/relationships/slideLayout" Target="/ppt/slideLayouts/slideLayout17.xml" Id="R1fe29c51f99145a7" /><Relationship Type="http://schemas.openxmlformats.org/officeDocument/2006/relationships/slideLayout" Target="/ppt/slideLayouts/slideLayout18.xml" Id="R7f0770afe1054fc7" /><Relationship Type="http://schemas.openxmlformats.org/officeDocument/2006/relationships/slideLayout" Target="/ppt/slideLayouts/slideLayout19.xml" Id="Rb67a3583fbb143fd" /><Relationship Type="http://schemas.openxmlformats.org/officeDocument/2006/relationships/slideLayout" Target="/ppt/slideLayouts/slideLayout20.xml" Id="Rff844d3e5a984a5d" /><Relationship Type="http://schemas.openxmlformats.org/officeDocument/2006/relationships/slideLayout" Target="/ppt/slideLayouts/slideLayout21.xml" Id="R98a4ced5c14447c7" /><Relationship Type="http://schemas.openxmlformats.org/officeDocument/2006/relationships/slideLayout" Target="/ppt/slideLayouts/slideLayout22.xml" Id="Rd4d6a91828c740a4" /><Relationship Type="http://schemas.openxmlformats.org/officeDocument/2006/relationships/slideLayout" Target="/ppt/slideLayouts/slideLayout23.xml" Id="R014b6d27108146da" /><Relationship Type="http://schemas.openxmlformats.org/officeDocument/2006/relationships/slideLayout" Target="/ppt/slideLayouts/slideLayout24.xml" Id="R58ee8cd954544cce" /><Relationship Type="http://schemas.openxmlformats.org/officeDocument/2006/relationships/slideLayout" Target="/ppt/slideLayouts/slideLayout25.xml" Id="R8f80a56e446c4e1d" /><Relationship Type="http://schemas.openxmlformats.org/officeDocument/2006/relationships/slideLayout" Target="/ppt/slideLayouts/slideLayout26.xml" Id="Rfb4a00d6b0b840f4" /><Relationship Type="http://schemas.openxmlformats.org/officeDocument/2006/relationships/slideLayout" Target="/ppt/slideLayouts/slideLayout27.xml" Id="Rf787909792864790" /><Relationship Type="http://schemas.openxmlformats.org/officeDocument/2006/relationships/slideLayout" Target="/ppt/slideLayouts/slideLayout28.xml" Id="R8e624ccfe506493a" /><Relationship Type="http://schemas.openxmlformats.org/officeDocument/2006/relationships/slideLayout" Target="/ppt/slideLayouts/slideLayout29.xml" Id="R5312495dc8794372" /><Relationship Type="http://schemas.openxmlformats.org/officeDocument/2006/relationships/slideLayout" Target="/ppt/slideLayouts/slideLayout30.xml" Id="R4ed37b11a7f94a9e" /><Relationship Type="http://schemas.openxmlformats.org/officeDocument/2006/relationships/slideLayout" Target="/ppt/slideLayouts/slideLayout31.xml" Id="R4b5e9fafa0c949d6" /><Relationship Type="http://schemas.openxmlformats.org/officeDocument/2006/relationships/slideLayout" Target="/ppt/slideLayouts/slideLayout32.xml" Id="R4b8daa053db84290" /><Relationship Type="http://schemas.openxmlformats.org/officeDocument/2006/relationships/slideLayout" Target="/ppt/slideLayouts/slideLayout33.xml" Id="R94912ca102574be2" /><Relationship Type="http://schemas.openxmlformats.org/officeDocument/2006/relationships/slideLayout" Target="/ppt/slideLayouts/slideLayout34.xml" Id="Rd22be461a2f0431c" /><Relationship Type="http://schemas.openxmlformats.org/officeDocument/2006/relationships/slideLayout" Target="/ppt/slideLayouts/slideLayout35.xml" Id="Ra678aeb9e07b4979" /><Relationship Type="http://schemas.openxmlformats.org/officeDocument/2006/relationships/slideLayout" Target="/ppt/slideLayouts/slideLayout36.xml" Id="R564774e115a34140" /><Relationship Type="http://schemas.openxmlformats.org/officeDocument/2006/relationships/slideLayout" Target="/ppt/slideLayouts/slideLayout37.xml" Id="R655d66cfc8ad45d4" /><Relationship Type="http://schemas.openxmlformats.org/officeDocument/2006/relationships/slideLayout" Target="/ppt/slideLayouts/slideLayout38.xml" Id="Ra08bfe4f1967457e" /><Relationship Type="http://schemas.openxmlformats.org/officeDocument/2006/relationships/slideLayout" Target="/ppt/slideLayouts/slideLayout39.xml" Id="R4ed9b953ea284228" /><Relationship Type="http://schemas.openxmlformats.org/officeDocument/2006/relationships/slideLayout" Target="/ppt/slideLayouts/slideLayout40.xml" Id="R21f593c88a76452f" /><Relationship Type="http://schemas.openxmlformats.org/officeDocument/2006/relationships/slideLayout" Target="/ppt/slideLayouts/slideLayout41.xml" Id="R38206de95c514995" /><Relationship Type="http://schemas.openxmlformats.org/officeDocument/2006/relationships/slideLayout" Target="/ppt/slideLayouts/slideLayout42.xml" Id="R2ff73a66c28644d6" /><Relationship Type="http://schemas.openxmlformats.org/officeDocument/2006/relationships/slideLayout" Target="/ppt/slideLayouts/slideLayout43.xml" Id="R8cc4f673da0b47e1" /><Relationship Type="http://schemas.openxmlformats.org/officeDocument/2006/relationships/slideLayout" Target="/ppt/slideLayouts/slideLayout44.xml" Id="R66d2ece85c19487b" /><Relationship Type="http://schemas.openxmlformats.org/officeDocument/2006/relationships/slideLayout" Target="/ppt/slideLayouts/slideLayout45.xml" Id="R7108f977c9fa4e47" /><Relationship Type="http://schemas.openxmlformats.org/officeDocument/2006/relationships/slideLayout" Target="/ppt/slideLayouts/slideLayout46.xml" Id="Ra3655fa42b2645d9" /><Relationship Type="http://schemas.openxmlformats.org/officeDocument/2006/relationships/slideLayout" Target="/ppt/slideLayouts/slideLayout47.xml" Id="Rdc3df5556f37410e" /><Relationship Type="http://schemas.openxmlformats.org/officeDocument/2006/relationships/slideLayout" Target="/ppt/slideLayouts/slideLayout48.xml" Id="R62755e4d70a241f7" /><Relationship Type="http://schemas.openxmlformats.org/officeDocument/2006/relationships/slideLayout" Target="/ppt/slideLayouts/slideLayout49.xml" Id="R49a4a1de506b4223" /><Relationship Type="http://schemas.openxmlformats.org/officeDocument/2006/relationships/slideLayout" Target="/ppt/slideLayouts/slideLayout50.xml" Id="R118dfbd08fb64dbd" /><Relationship Type="http://schemas.openxmlformats.org/officeDocument/2006/relationships/slideLayout" Target="/ppt/slideLayouts/slideLayout51.xml" Id="R9b8735b589164e46" /><Relationship Type="http://schemas.openxmlformats.org/officeDocument/2006/relationships/slideLayout" Target="/ppt/slideLayouts/slideLayout52.xml" Id="Rdff57e527a58458e" /><Relationship Type="http://schemas.openxmlformats.org/officeDocument/2006/relationships/slideLayout" Target="/ppt/slideLayouts/slideLayout53.xml" Id="R796858a84b234303" /><Relationship Type="http://schemas.openxmlformats.org/officeDocument/2006/relationships/slideLayout" Target="/ppt/slideLayouts/slideLayout54.xml" Id="R2ff2a74519de418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e121b9226c84b28" /><Relationship Type="http://schemas.openxmlformats.org/officeDocument/2006/relationships/slideLayout" Target="/ppt/slideLayouts/slideLayout55.xml" Id="R8fd2dea86478499a" /><Relationship Type="http://schemas.openxmlformats.org/officeDocument/2006/relationships/slideLayout" Target="/ppt/slideLayouts/slideLayout56.xml" Id="R7c8488088d86419e" /><Relationship Type="http://schemas.openxmlformats.org/officeDocument/2006/relationships/slideLayout" Target="/ppt/slideLayouts/slideLayout57.xml" Id="R899f14c226804987" /><Relationship Type="http://schemas.openxmlformats.org/officeDocument/2006/relationships/slideLayout" Target="/ppt/slideLayouts/slideLayout58.xml" Id="R27fa85223eb6476d" /><Relationship Type="http://schemas.openxmlformats.org/officeDocument/2006/relationships/slideLayout" Target="/ppt/slideLayouts/slideLayout59.xml" Id="R5902d6e785ef4f6d" /><Relationship Type="http://schemas.openxmlformats.org/officeDocument/2006/relationships/slideLayout" Target="/ppt/slideLayouts/slideLayout60.xml" Id="Rf43b804efbb84698" /><Relationship Type="http://schemas.openxmlformats.org/officeDocument/2006/relationships/slideLayout" Target="/ppt/slideLayouts/slideLayout61.xml" Id="R66871496c9e942bc" /><Relationship Type="http://schemas.openxmlformats.org/officeDocument/2006/relationships/slideLayout" Target="/ppt/slideLayouts/slideLayout62.xml" Id="Rc27096524a694e05" /><Relationship Type="http://schemas.openxmlformats.org/officeDocument/2006/relationships/slideLayout" Target="/ppt/slideLayouts/slideLayout63.xml" Id="R6aeaa0320199461d" /><Relationship Type="http://schemas.openxmlformats.org/officeDocument/2006/relationships/slideLayout" Target="/ppt/slideLayouts/slideLayout64.xml" Id="Rb330a222f5dd4bfa" /><Relationship Type="http://schemas.openxmlformats.org/officeDocument/2006/relationships/slideLayout" Target="/ppt/slideLayouts/slideLayout65.xml" Id="Ra14395b4bed74ae8" /><Relationship Type="http://schemas.openxmlformats.org/officeDocument/2006/relationships/slideLayout" Target="/ppt/slideLayouts/slideLayout66.xml" Id="Ra792e96931564a08" /><Relationship Type="http://schemas.openxmlformats.org/officeDocument/2006/relationships/slideLayout" Target="/ppt/slideLayouts/slideLayout67.xml" Id="R4b37fa531b00443d" /><Relationship Type="http://schemas.openxmlformats.org/officeDocument/2006/relationships/slideLayout" Target="/ppt/slideLayouts/slideLayout68.xml" Id="R2d01bf1b02924574" /><Relationship Type="http://schemas.openxmlformats.org/officeDocument/2006/relationships/slideLayout" Target="/ppt/slideLayouts/slideLayout69.xml" Id="R8854933d53ce457c" /><Relationship Type="http://schemas.openxmlformats.org/officeDocument/2006/relationships/slideLayout" Target="/ppt/slideLayouts/slideLayout70.xml" Id="Rdb664962ae1f4d98" /><Relationship Type="http://schemas.openxmlformats.org/officeDocument/2006/relationships/slideLayout" Target="/ppt/slideLayouts/slideLayout71.xml" Id="R962c3549560d4874" /><Relationship Type="http://schemas.openxmlformats.org/officeDocument/2006/relationships/slideLayout" Target="/ppt/slideLayouts/slideLayout72.xml" Id="Ra1875b66421643db" /><Relationship Type="http://schemas.openxmlformats.org/officeDocument/2006/relationships/slideLayout" Target="/ppt/slideLayouts/slideLayout73.xml" Id="Rd90912d0ff9f48cc" /><Relationship Type="http://schemas.openxmlformats.org/officeDocument/2006/relationships/slideLayout" Target="/ppt/slideLayouts/slideLayout74.xml" Id="Ra500cd7196f842ad" /><Relationship Type="http://schemas.openxmlformats.org/officeDocument/2006/relationships/slideLayout" Target="/ppt/slideLayouts/slideLayout75.xml" Id="R49b1689ef8884953" /><Relationship Type="http://schemas.openxmlformats.org/officeDocument/2006/relationships/slideLayout" Target="/ppt/slideLayouts/slideLayout76.xml" Id="Rd1d1799fd3584552" /><Relationship Type="http://schemas.openxmlformats.org/officeDocument/2006/relationships/slideLayout" Target="/ppt/slideLayouts/slideLayout77.xml" Id="Rce57de33540141b9" /><Relationship Type="http://schemas.openxmlformats.org/officeDocument/2006/relationships/slideLayout" Target="/ppt/slideLayouts/slideLayout78.xml" Id="Rc68e6f2c617244bc" /><Relationship Type="http://schemas.openxmlformats.org/officeDocument/2006/relationships/slideLayout" Target="/ppt/slideLayouts/slideLayout79.xml" Id="Rd65b0a06ea9b4b23" /><Relationship Type="http://schemas.openxmlformats.org/officeDocument/2006/relationships/slideLayout" Target="/ppt/slideLayouts/slideLayout80.xml" Id="R8b59e1386cd44f69" /><Relationship Type="http://schemas.openxmlformats.org/officeDocument/2006/relationships/slideLayout" Target="/ppt/slideLayouts/slideLayout81.xml" Id="R9819cf3cb0474f7b" /><Relationship Type="http://schemas.openxmlformats.org/officeDocument/2006/relationships/slideLayout" Target="/ppt/slideLayouts/slideLayout82.xml" Id="R59903386a42a4bc8" /><Relationship Type="http://schemas.openxmlformats.org/officeDocument/2006/relationships/slideLayout" Target="/ppt/slideLayouts/slideLayout83.xml" Id="Rbbf3db6e4a9243d8" /><Relationship Type="http://schemas.openxmlformats.org/officeDocument/2006/relationships/slideLayout" Target="/ppt/slideLayouts/slideLayout84.xml" Id="Rd037b4740c274b3e" /><Relationship Type="http://schemas.openxmlformats.org/officeDocument/2006/relationships/slideLayout" Target="/ppt/slideLayouts/slideLayout85.xml" Id="Rcfe8695ebfad4004" /><Relationship Type="http://schemas.openxmlformats.org/officeDocument/2006/relationships/slideLayout" Target="/ppt/slideLayouts/slideLayout86.xml" Id="R324094aa2ac04e96" /><Relationship Type="http://schemas.openxmlformats.org/officeDocument/2006/relationships/slideLayout" Target="/ppt/slideLayouts/slideLayout87.xml" Id="Rb6e694ddbd534cdc" /><Relationship Type="http://schemas.openxmlformats.org/officeDocument/2006/relationships/slideLayout" Target="/ppt/slideLayouts/slideLayout88.xml" Id="Rb7b9e09a1a9949af" /><Relationship Type="http://schemas.openxmlformats.org/officeDocument/2006/relationships/slideLayout" Target="/ppt/slideLayouts/slideLayout89.xml" Id="Rf9c44e7853d34ca8" /><Relationship Type="http://schemas.openxmlformats.org/officeDocument/2006/relationships/slideLayout" Target="/ppt/slideLayouts/slideLayout90.xml" Id="Re58c6a2480eb440f" /><Relationship Type="http://schemas.openxmlformats.org/officeDocument/2006/relationships/slideLayout" Target="/ppt/slideLayouts/slideLayout91.xml" Id="R6fe0302583bf4ce1" /><Relationship Type="http://schemas.openxmlformats.org/officeDocument/2006/relationships/slideLayout" Target="/ppt/slideLayouts/slideLayout92.xml" Id="R07eccadbbc2e4376" /><Relationship Type="http://schemas.openxmlformats.org/officeDocument/2006/relationships/slideLayout" Target="/ppt/slideLayouts/slideLayout93.xml" Id="R9c2f9ce77e164401" /><Relationship Type="http://schemas.openxmlformats.org/officeDocument/2006/relationships/slideLayout" Target="/ppt/slideLayouts/slideLayout94.xml" Id="R65bba4096df4434b" /><Relationship Type="http://schemas.openxmlformats.org/officeDocument/2006/relationships/slideLayout" Target="/ppt/slideLayouts/slideLayout95.xml" Id="R02bd8718e3b0470c" /><Relationship Type="http://schemas.openxmlformats.org/officeDocument/2006/relationships/slideLayout" Target="/ppt/slideLayouts/slideLayout96.xml" Id="R5c0c81cb05484cea" /><Relationship Type="http://schemas.openxmlformats.org/officeDocument/2006/relationships/slideLayout" Target="/ppt/slideLayouts/slideLayout97.xml" Id="R03c41a028ae04ce9" /><Relationship Type="http://schemas.openxmlformats.org/officeDocument/2006/relationships/slideLayout" Target="/ppt/slideLayouts/slideLayout98.xml" Id="Rfd8f06845e414c01" /><Relationship Type="http://schemas.openxmlformats.org/officeDocument/2006/relationships/slideLayout" Target="/ppt/slideLayouts/slideLayout99.xml" Id="R5cfbe3c14a284492" /><Relationship Type="http://schemas.openxmlformats.org/officeDocument/2006/relationships/slideLayout" Target="/ppt/slideLayouts/slideLayout100.xml" Id="Re0488df72bf446fa" /><Relationship Type="http://schemas.openxmlformats.org/officeDocument/2006/relationships/slideLayout" Target="/ppt/slideLayouts/slideLayout101.xml" Id="R4fd659932c974ae6" /><Relationship Type="http://schemas.openxmlformats.org/officeDocument/2006/relationships/slideLayout" Target="/ppt/slideLayouts/slideLayout102.xml" Id="Rb12812b9eb624e8e" /><Relationship Type="http://schemas.openxmlformats.org/officeDocument/2006/relationships/slideLayout" Target="/ppt/slideLayouts/slideLayout103.xml" Id="Rea5000b4655b4429" /><Relationship Type="http://schemas.openxmlformats.org/officeDocument/2006/relationships/slideLayout" Target="/ppt/slideLayouts/slideLayout104.xml" Id="Ra7b182a6e55c4342" /><Relationship Type="http://schemas.openxmlformats.org/officeDocument/2006/relationships/slideLayout" Target="/ppt/slideLayouts/slideLayout105.xml" Id="Ra8fbc01ffe3f4a92" /><Relationship Type="http://schemas.openxmlformats.org/officeDocument/2006/relationships/slideLayout" Target="/ppt/slideLayouts/slideLayout106.xml" Id="Re3cc2e7175d943c4" /><Relationship Type="http://schemas.openxmlformats.org/officeDocument/2006/relationships/slideLayout" Target="/ppt/slideLayouts/slideLayout107.xml" Id="R911bb3893eb14f4d" /><Relationship Type="http://schemas.openxmlformats.org/officeDocument/2006/relationships/slideLayout" Target="/ppt/slideLayouts/slideLayout108.xml" Id="Ra3ab3c77708942e2" /><Relationship Type="http://schemas.openxmlformats.org/officeDocument/2006/relationships/slideLayout" Target="/ppt/slideLayouts/slideLayout109.xml" Id="R6823e790be114fab" /><Relationship Type="http://schemas.openxmlformats.org/officeDocument/2006/relationships/slideLayout" Target="/ppt/slideLayouts/slideLayout110.xml" Id="Rf95062f6d871494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8">
            <a:extLst xmlns:a="http://schemas.openxmlformats.org/drawingml/2006/main">
              <a:ext uri="{FF2B5EF4-FFF2-40B4-BE49-F238E27FC236}">
                <a16:creationId xmlns:a16="http://schemas.microsoft.com/office/drawing/2014/main" id="{0231B0DA-D711-46E7-80F8-CC5C59DB0B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11" name="Google Shape;11;p8">
            <a:extLst xmlns:a="http://schemas.openxmlformats.org/drawingml/2006/main">
              <a:ext uri="{FF2B5EF4-FFF2-40B4-BE49-F238E27FC236}">
                <a16:creationId xmlns:a16="http://schemas.microsoft.com/office/drawing/2014/main" id="{EB9787AA-E5B0-4379-8F31-5521C4F36B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1pPr>
            <a:lvl2pPr marL="9144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2pPr>
            <a:lvl3pPr marL="13716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3pPr>
            <a:lvl4pPr marL="18288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4pPr>
            <a:lvl5pPr marL="22860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5pPr>
            <a:lvl6pPr marL="27432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6pPr>
            <a:lvl7pPr marL="32004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7pPr>
            <a:lvl8pPr marL="36576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8pPr>
            <a:lvl9pPr marL="4114800" marR="0" indent="-342900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12" name="Google Shape;12;p8">
            <a:extLst xmlns:a="http://schemas.openxmlformats.org/drawingml/2006/main">
              <a:ext uri="{FF2B5EF4-FFF2-40B4-BE49-F238E27FC236}">
                <a16:creationId xmlns:a16="http://schemas.microsoft.com/office/drawing/2014/main" id="{087D920C-9272-4BF0-A57F-293D4BCE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749" y="269825"/>
            <a:ext cx="2009400" cy="29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rPr>
              <a:t>Technical review — not product commitment</a:t>
            </a:r>
            <a:endParaRPr sz="700" b="0" i="0" u="none" cap="none">
              <a:solidFill>
                <a:srgbClr val="000000"/>
              </a:solidFill>
              <a:latin typeface="Red Hat Text Medium"/>
              <a:ea typeface="Red Hat Text Medium"/>
              <a:cs typeface="Red Hat Text Medium"/>
            </a:endParaRPr>
          </a:p>
        </p:txBody>
      </p:sp>
      <p:sp>
        <p:nvSpPr>
          <p:cNvPr id="13" name="Google Shape;13;p8">
            <a:extLst xmlns:a="http://schemas.openxmlformats.org/drawingml/2006/main">
              <a:ext uri="{FF2B5EF4-FFF2-40B4-BE49-F238E27FC236}">
                <a16:creationId xmlns:a16="http://schemas.microsoft.com/office/drawing/2014/main" id="{AE44ADBE-D218-45A4-A028-7CF97D72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243" y="6313250"/>
            <a:ext cx="2468400" cy="2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Draft v0.1 · GCL OSS</a:t>
            </a:r>
            <a:endParaRPr sz="800" b="0" i="0" u="none" cap="none">
              <a:solidFill>
                <a:srgbClr val="151515"/>
              </a:solidFill>
              <a:latin typeface="Red Hat Text"/>
              <a:ea typeface="Red Hat Text"/>
              <a:cs typeface="Red Hat Tex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569d854754151"/>
    <p:sldLayoutId xmlns:r="http://schemas.openxmlformats.org/officeDocument/2006/relationships" id="2147483650" r:id="Rcb36ae743290498d"/>
    <p:sldLayoutId xmlns:r="http://schemas.openxmlformats.org/officeDocument/2006/relationships" id="2147483651" r:id="Rb734753ec2794e70"/>
    <p:sldLayoutId xmlns:r="http://schemas.openxmlformats.org/officeDocument/2006/relationships" id="2147483652" r:id="R7eb192f080ff4dbb"/>
    <p:sldLayoutId xmlns:r="http://schemas.openxmlformats.org/officeDocument/2006/relationships" id="2147483653" r:id="R9ae0eec2910e44f3"/>
    <p:sldLayoutId xmlns:r="http://schemas.openxmlformats.org/officeDocument/2006/relationships" id="2147483654" r:id="Rbb5b53c960ee4cce"/>
    <p:sldLayoutId xmlns:r="http://schemas.openxmlformats.org/officeDocument/2006/relationships" id="2147483655" r:id="R525f26582cc4405e"/>
    <p:sldLayoutId xmlns:r="http://schemas.openxmlformats.org/officeDocument/2006/relationships" id="2147483656" r:id="R59697881296c4ac0"/>
    <p:sldLayoutId xmlns:r="http://schemas.openxmlformats.org/officeDocument/2006/relationships" id="2147483657" r:id="Reed0ffb6a4494c0c"/>
    <p:sldLayoutId xmlns:r="http://schemas.openxmlformats.org/officeDocument/2006/relationships" id="2147483658" r:id="R868698388c9e4d5e"/>
    <p:sldLayoutId xmlns:r="http://schemas.openxmlformats.org/officeDocument/2006/relationships" id="2147483659" r:id="R37121bf326944846"/>
    <p:sldLayoutId xmlns:r="http://schemas.openxmlformats.org/officeDocument/2006/relationships" id="2147483660" r:id="R841cd71ef60949f6"/>
    <p:sldLayoutId xmlns:r="http://schemas.openxmlformats.org/officeDocument/2006/relationships" id="2147483661" r:id="R84e457bb0dd5442a"/>
    <p:sldLayoutId xmlns:r="http://schemas.openxmlformats.org/officeDocument/2006/relationships" id="2147483662" r:id="R00df1f7e855d4d93"/>
    <p:sldLayoutId xmlns:r="http://schemas.openxmlformats.org/officeDocument/2006/relationships" id="2147483663" r:id="R499c6e3832aa4e3e"/>
    <p:sldLayoutId xmlns:r="http://schemas.openxmlformats.org/officeDocument/2006/relationships" id="2147483664" r:id="R2998b20af8c54e32"/>
    <p:sldLayoutId xmlns:r="http://schemas.openxmlformats.org/officeDocument/2006/relationships" id="2147483665" r:id="R1fe29c51f99145a7"/>
    <p:sldLayoutId xmlns:r="http://schemas.openxmlformats.org/officeDocument/2006/relationships" id="2147483666" r:id="R7f0770afe1054fc7"/>
    <p:sldLayoutId xmlns:r="http://schemas.openxmlformats.org/officeDocument/2006/relationships" id="2147483667" r:id="Rb67a3583fbb143fd"/>
    <p:sldLayoutId xmlns:r="http://schemas.openxmlformats.org/officeDocument/2006/relationships" id="2147483668" r:id="Rff844d3e5a984a5d"/>
    <p:sldLayoutId xmlns:r="http://schemas.openxmlformats.org/officeDocument/2006/relationships" id="2147483669" r:id="R98a4ced5c14447c7"/>
    <p:sldLayoutId xmlns:r="http://schemas.openxmlformats.org/officeDocument/2006/relationships" id="2147483670" r:id="Rd4d6a91828c740a4"/>
    <p:sldLayoutId xmlns:r="http://schemas.openxmlformats.org/officeDocument/2006/relationships" id="2147483671" r:id="R014b6d27108146da"/>
    <p:sldLayoutId xmlns:r="http://schemas.openxmlformats.org/officeDocument/2006/relationships" id="2147483672" r:id="R58ee8cd954544cce"/>
    <p:sldLayoutId xmlns:r="http://schemas.openxmlformats.org/officeDocument/2006/relationships" id="2147483673" r:id="R8f80a56e446c4e1d"/>
    <p:sldLayoutId xmlns:r="http://schemas.openxmlformats.org/officeDocument/2006/relationships" id="2147483674" r:id="Rfb4a00d6b0b840f4"/>
    <p:sldLayoutId xmlns:r="http://schemas.openxmlformats.org/officeDocument/2006/relationships" id="2147483675" r:id="Rf787909792864790"/>
    <p:sldLayoutId xmlns:r="http://schemas.openxmlformats.org/officeDocument/2006/relationships" id="2147483676" r:id="R8e624ccfe506493a"/>
    <p:sldLayoutId xmlns:r="http://schemas.openxmlformats.org/officeDocument/2006/relationships" id="2147483677" r:id="R5312495dc8794372"/>
    <p:sldLayoutId xmlns:r="http://schemas.openxmlformats.org/officeDocument/2006/relationships" id="2147483678" r:id="R4ed37b11a7f94a9e"/>
    <p:sldLayoutId xmlns:r="http://schemas.openxmlformats.org/officeDocument/2006/relationships" id="2147483679" r:id="R4b5e9fafa0c949d6"/>
    <p:sldLayoutId xmlns:r="http://schemas.openxmlformats.org/officeDocument/2006/relationships" id="2147483680" r:id="R4b8daa053db84290"/>
    <p:sldLayoutId xmlns:r="http://schemas.openxmlformats.org/officeDocument/2006/relationships" id="2147483681" r:id="R94912ca102574be2"/>
    <p:sldLayoutId xmlns:r="http://schemas.openxmlformats.org/officeDocument/2006/relationships" id="2147483682" r:id="Rd22be461a2f0431c"/>
    <p:sldLayoutId xmlns:r="http://schemas.openxmlformats.org/officeDocument/2006/relationships" id="2147483683" r:id="Ra678aeb9e07b4979"/>
    <p:sldLayoutId xmlns:r="http://schemas.openxmlformats.org/officeDocument/2006/relationships" id="2147483684" r:id="R564774e115a34140"/>
    <p:sldLayoutId xmlns:r="http://schemas.openxmlformats.org/officeDocument/2006/relationships" id="2147483685" r:id="R655d66cfc8ad45d4"/>
    <p:sldLayoutId xmlns:r="http://schemas.openxmlformats.org/officeDocument/2006/relationships" id="2147483686" r:id="Ra08bfe4f1967457e"/>
    <p:sldLayoutId xmlns:r="http://schemas.openxmlformats.org/officeDocument/2006/relationships" id="2147483687" r:id="R4ed9b953ea284228"/>
    <p:sldLayoutId xmlns:r="http://schemas.openxmlformats.org/officeDocument/2006/relationships" id="2147483688" r:id="R21f593c88a76452f"/>
    <p:sldLayoutId xmlns:r="http://schemas.openxmlformats.org/officeDocument/2006/relationships" id="2147483689" r:id="R38206de95c514995"/>
    <p:sldLayoutId xmlns:r="http://schemas.openxmlformats.org/officeDocument/2006/relationships" id="2147483690" r:id="R2ff73a66c28644d6"/>
    <p:sldLayoutId xmlns:r="http://schemas.openxmlformats.org/officeDocument/2006/relationships" id="2147483691" r:id="R8cc4f673da0b47e1"/>
    <p:sldLayoutId xmlns:r="http://schemas.openxmlformats.org/officeDocument/2006/relationships" id="2147483692" r:id="R66d2ece85c19487b"/>
    <p:sldLayoutId xmlns:r="http://schemas.openxmlformats.org/officeDocument/2006/relationships" id="2147483693" r:id="R7108f977c9fa4e47"/>
    <p:sldLayoutId xmlns:r="http://schemas.openxmlformats.org/officeDocument/2006/relationships" id="2147483694" r:id="Ra3655fa42b2645d9"/>
    <p:sldLayoutId xmlns:r="http://schemas.openxmlformats.org/officeDocument/2006/relationships" id="2147483695" r:id="Rdc3df5556f37410e"/>
    <p:sldLayoutId xmlns:r="http://schemas.openxmlformats.org/officeDocument/2006/relationships" id="2147483696" r:id="R62755e4d70a241f7"/>
    <p:sldLayoutId xmlns:r="http://schemas.openxmlformats.org/officeDocument/2006/relationships" id="2147483697" r:id="R49a4a1de506b4223"/>
    <p:sldLayoutId xmlns:r="http://schemas.openxmlformats.org/officeDocument/2006/relationships" id="2147483698" r:id="R118dfbd08fb64dbd"/>
    <p:sldLayoutId xmlns:r="http://schemas.openxmlformats.org/officeDocument/2006/relationships" id="2147483699" r:id="R9b8735b589164e46"/>
    <p:sldLayoutId xmlns:r="http://schemas.openxmlformats.org/officeDocument/2006/relationships" id="2147483700" r:id="Rdff57e527a58458e"/>
    <p:sldLayoutId xmlns:r="http://schemas.openxmlformats.org/officeDocument/2006/relationships" id="2147483701" r:id="R796858a84b234303"/>
    <p:sldLayoutId xmlns:r="http://schemas.openxmlformats.org/officeDocument/2006/relationships" id="2147483702" r:id="R2ff2a74519de4188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2" name="Google Shape;842;g3f9c6d89798_0_8434">
            <a:extLst xmlns:a="http://schemas.openxmlformats.org/drawingml/2006/main">
              <a:ext uri="{FF2B5EF4-FFF2-40B4-BE49-F238E27FC236}">
                <a16:creationId xmlns:a16="http://schemas.microsoft.com/office/drawing/2014/main" id="{31F3F75D-A94C-46A8-88EE-17262D6C0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 b="0" i="0" u="non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843" name="Google Shape;843;g3f9c6d89798_0_8434">
            <a:extLst xmlns:a="http://schemas.openxmlformats.org/drawingml/2006/main">
              <a:ext uri="{FF2B5EF4-FFF2-40B4-BE49-F238E27FC236}">
                <a16:creationId xmlns:a16="http://schemas.microsoft.com/office/drawing/2014/main" id="{93E53604-6EBC-4E87-8564-AD9ABEEA89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1pPr>
            <a:lvl2pPr marL="9144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2pPr>
            <a:lvl3pPr marL="13716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3pPr>
            <a:lvl4pPr marL="18288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4pPr>
            <a:lvl5pPr marL="22860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5pPr>
            <a:lvl6pPr marL="27432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6pPr>
            <a:lvl7pPr marL="32004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7pPr>
            <a:lvl8pPr marL="3657600" marR="0" indent="-3429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8pPr>
            <a:lvl9pPr marL="4114800" marR="0" indent="-342900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Red Hat Display"/>
              <a:buChar char="･"/>
              <a:defRPr sz="1800" b="0" i="0" u="non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844" name="Google Shape;844;g3f9c6d89798_0_8434">
            <a:extLst xmlns:a="http://schemas.openxmlformats.org/drawingml/2006/main">
              <a:ext uri="{FF2B5EF4-FFF2-40B4-BE49-F238E27FC236}">
                <a16:creationId xmlns:a16="http://schemas.microsoft.com/office/drawing/2014/main" id="{16B091C6-B374-48B7-B527-4EB168A5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749" y="269825"/>
            <a:ext cx="2009400" cy="29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</a:rPr>
              <a:t>Technical review — not product commitment</a:t>
            </a:r>
            <a:endParaRPr sz="700" b="0" i="0" u="none" cap="none">
              <a:solidFill>
                <a:srgbClr val="000000"/>
              </a:solidFill>
              <a:latin typeface="Red Hat Text Medium"/>
              <a:ea typeface="Red Hat Text Medium"/>
              <a:cs typeface="Red Hat Text Medium"/>
            </a:endParaRPr>
          </a:p>
        </p:txBody>
      </p:sp>
      <p:sp>
        <p:nvSpPr>
          <p:cNvPr id="845" name="Google Shape;845;g3f9c6d89798_0_8434">
            <a:extLst xmlns:a="http://schemas.openxmlformats.org/drawingml/2006/main">
              <a:ext uri="{FF2B5EF4-FFF2-40B4-BE49-F238E27FC236}">
                <a16:creationId xmlns:a16="http://schemas.microsoft.com/office/drawing/2014/main" id="{127402ED-56D2-4991-A626-6A49905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243" y="6313250"/>
            <a:ext cx="2468400" cy="2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Draft v0.1 · GCL OSS</a:t>
            </a:r>
            <a:endParaRPr sz="800" b="0" i="0" u="none" cap="none">
              <a:solidFill>
                <a:srgbClr val="151515"/>
              </a:solidFill>
              <a:latin typeface="Red Hat Text"/>
              <a:ea typeface="Red Hat Text"/>
              <a:cs typeface="Red Hat Tex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4" r:id="R8fd2dea86478499a"/>
    <p:sldLayoutId xmlns:r="http://schemas.openxmlformats.org/officeDocument/2006/relationships" id="2147483705" r:id="R7c8488088d86419e"/>
    <p:sldLayoutId xmlns:r="http://schemas.openxmlformats.org/officeDocument/2006/relationships" id="2147483706" r:id="R899f14c226804987"/>
    <p:sldLayoutId xmlns:r="http://schemas.openxmlformats.org/officeDocument/2006/relationships" id="2147483707" r:id="R27fa85223eb6476d"/>
    <p:sldLayoutId xmlns:r="http://schemas.openxmlformats.org/officeDocument/2006/relationships" id="2147483708" r:id="R5902d6e785ef4f6d"/>
    <p:sldLayoutId xmlns:r="http://schemas.openxmlformats.org/officeDocument/2006/relationships" id="2147483709" r:id="Rf43b804efbb84698"/>
    <p:sldLayoutId xmlns:r="http://schemas.openxmlformats.org/officeDocument/2006/relationships" id="2147483710" r:id="R66871496c9e942bc"/>
    <p:sldLayoutId xmlns:r="http://schemas.openxmlformats.org/officeDocument/2006/relationships" id="2147483711" r:id="Rc27096524a694e05"/>
    <p:sldLayoutId xmlns:r="http://schemas.openxmlformats.org/officeDocument/2006/relationships" id="2147483712" r:id="R6aeaa0320199461d"/>
    <p:sldLayoutId xmlns:r="http://schemas.openxmlformats.org/officeDocument/2006/relationships" id="2147483713" r:id="Rb330a222f5dd4bfa"/>
    <p:sldLayoutId xmlns:r="http://schemas.openxmlformats.org/officeDocument/2006/relationships" id="2147483714" r:id="Ra14395b4bed74ae8"/>
    <p:sldLayoutId xmlns:r="http://schemas.openxmlformats.org/officeDocument/2006/relationships" id="2147483715" r:id="Ra792e96931564a08"/>
    <p:sldLayoutId xmlns:r="http://schemas.openxmlformats.org/officeDocument/2006/relationships" id="2147483716" r:id="R4b37fa531b00443d"/>
    <p:sldLayoutId xmlns:r="http://schemas.openxmlformats.org/officeDocument/2006/relationships" id="2147483717" r:id="R2d01bf1b02924574"/>
    <p:sldLayoutId xmlns:r="http://schemas.openxmlformats.org/officeDocument/2006/relationships" id="2147483718" r:id="R8854933d53ce457c"/>
    <p:sldLayoutId xmlns:r="http://schemas.openxmlformats.org/officeDocument/2006/relationships" id="2147483719" r:id="Rdb664962ae1f4d98"/>
    <p:sldLayoutId xmlns:r="http://schemas.openxmlformats.org/officeDocument/2006/relationships" id="2147483720" r:id="R962c3549560d4874"/>
    <p:sldLayoutId xmlns:r="http://schemas.openxmlformats.org/officeDocument/2006/relationships" id="2147483721" r:id="Ra1875b66421643db"/>
    <p:sldLayoutId xmlns:r="http://schemas.openxmlformats.org/officeDocument/2006/relationships" id="2147483722" r:id="Rd90912d0ff9f48cc"/>
    <p:sldLayoutId xmlns:r="http://schemas.openxmlformats.org/officeDocument/2006/relationships" id="2147483723" r:id="Ra500cd7196f842ad"/>
    <p:sldLayoutId xmlns:r="http://schemas.openxmlformats.org/officeDocument/2006/relationships" id="2147483724" r:id="R49b1689ef8884953"/>
    <p:sldLayoutId xmlns:r="http://schemas.openxmlformats.org/officeDocument/2006/relationships" id="2147483725" r:id="Rd1d1799fd3584552"/>
    <p:sldLayoutId xmlns:r="http://schemas.openxmlformats.org/officeDocument/2006/relationships" id="2147483726" r:id="Rce57de33540141b9"/>
    <p:sldLayoutId xmlns:r="http://schemas.openxmlformats.org/officeDocument/2006/relationships" id="2147483727" r:id="Rc68e6f2c617244bc"/>
    <p:sldLayoutId xmlns:r="http://schemas.openxmlformats.org/officeDocument/2006/relationships" id="2147483728" r:id="Rd65b0a06ea9b4b23"/>
    <p:sldLayoutId xmlns:r="http://schemas.openxmlformats.org/officeDocument/2006/relationships" id="2147483729" r:id="R8b59e1386cd44f69"/>
    <p:sldLayoutId xmlns:r="http://schemas.openxmlformats.org/officeDocument/2006/relationships" id="2147483730" r:id="R9819cf3cb0474f7b"/>
    <p:sldLayoutId xmlns:r="http://schemas.openxmlformats.org/officeDocument/2006/relationships" id="2147483731" r:id="R59903386a42a4bc8"/>
    <p:sldLayoutId xmlns:r="http://schemas.openxmlformats.org/officeDocument/2006/relationships" id="2147483732" r:id="Rbbf3db6e4a9243d8"/>
    <p:sldLayoutId xmlns:r="http://schemas.openxmlformats.org/officeDocument/2006/relationships" id="2147483733" r:id="Rd037b4740c274b3e"/>
    <p:sldLayoutId xmlns:r="http://schemas.openxmlformats.org/officeDocument/2006/relationships" id="2147483734" r:id="Rcfe8695ebfad4004"/>
    <p:sldLayoutId xmlns:r="http://schemas.openxmlformats.org/officeDocument/2006/relationships" id="2147483735" r:id="R324094aa2ac04e96"/>
    <p:sldLayoutId xmlns:r="http://schemas.openxmlformats.org/officeDocument/2006/relationships" id="2147483736" r:id="Rb6e694ddbd534cdc"/>
    <p:sldLayoutId xmlns:r="http://schemas.openxmlformats.org/officeDocument/2006/relationships" id="2147483737" r:id="Rb7b9e09a1a9949af"/>
    <p:sldLayoutId xmlns:r="http://schemas.openxmlformats.org/officeDocument/2006/relationships" id="2147483738" r:id="Rf9c44e7853d34ca8"/>
    <p:sldLayoutId xmlns:r="http://schemas.openxmlformats.org/officeDocument/2006/relationships" id="2147483739" r:id="Re58c6a2480eb440f"/>
    <p:sldLayoutId xmlns:r="http://schemas.openxmlformats.org/officeDocument/2006/relationships" id="2147483740" r:id="R6fe0302583bf4ce1"/>
    <p:sldLayoutId xmlns:r="http://schemas.openxmlformats.org/officeDocument/2006/relationships" id="2147483741" r:id="R07eccadbbc2e4376"/>
    <p:sldLayoutId xmlns:r="http://schemas.openxmlformats.org/officeDocument/2006/relationships" id="2147483742" r:id="R9c2f9ce77e164401"/>
    <p:sldLayoutId xmlns:r="http://schemas.openxmlformats.org/officeDocument/2006/relationships" id="2147483743" r:id="R65bba4096df4434b"/>
    <p:sldLayoutId xmlns:r="http://schemas.openxmlformats.org/officeDocument/2006/relationships" id="2147483744" r:id="R02bd8718e3b0470c"/>
    <p:sldLayoutId xmlns:r="http://schemas.openxmlformats.org/officeDocument/2006/relationships" id="2147483745" r:id="R5c0c81cb05484cea"/>
    <p:sldLayoutId xmlns:r="http://schemas.openxmlformats.org/officeDocument/2006/relationships" id="2147483746" r:id="R03c41a028ae04ce9"/>
    <p:sldLayoutId xmlns:r="http://schemas.openxmlformats.org/officeDocument/2006/relationships" id="2147483747" r:id="Rfd8f06845e414c01"/>
    <p:sldLayoutId xmlns:r="http://schemas.openxmlformats.org/officeDocument/2006/relationships" id="2147483748" r:id="R5cfbe3c14a284492"/>
    <p:sldLayoutId xmlns:r="http://schemas.openxmlformats.org/officeDocument/2006/relationships" id="2147483749" r:id="Re0488df72bf446fa"/>
    <p:sldLayoutId xmlns:r="http://schemas.openxmlformats.org/officeDocument/2006/relationships" id="2147483750" r:id="R4fd659932c974ae6"/>
    <p:sldLayoutId xmlns:r="http://schemas.openxmlformats.org/officeDocument/2006/relationships" id="2147483751" r:id="Rb12812b9eb624e8e"/>
    <p:sldLayoutId xmlns:r="http://schemas.openxmlformats.org/officeDocument/2006/relationships" id="2147483752" r:id="Rea5000b4655b4429"/>
    <p:sldLayoutId xmlns:r="http://schemas.openxmlformats.org/officeDocument/2006/relationships" id="2147483753" r:id="Ra7b182a6e55c4342"/>
    <p:sldLayoutId xmlns:r="http://schemas.openxmlformats.org/officeDocument/2006/relationships" id="2147483754" r:id="Ra8fbc01ffe3f4a92"/>
    <p:sldLayoutId xmlns:r="http://schemas.openxmlformats.org/officeDocument/2006/relationships" id="2147483755" r:id="Re3cc2e7175d943c4"/>
    <p:sldLayoutId xmlns:r="http://schemas.openxmlformats.org/officeDocument/2006/relationships" id="2147483756" r:id="R911bb3893eb14f4d"/>
    <p:sldLayoutId xmlns:r="http://schemas.openxmlformats.org/officeDocument/2006/relationships" id="2147483757" r:id="Ra3ab3c77708942e2"/>
    <p:sldLayoutId xmlns:r="http://schemas.openxmlformats.org/officeDocument/2006/relationships" id="2147483758" r:id="R6823e790be114fab"/>
    <p:sldLayoutId xmlns:r="http://schemas.openxmlformats.org/officeDocument/2006/relationships" id="2147483759" r:id="Rf95062f6d871494d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6ecf0360b4631" /><Relationship Type="http://schemas.openxmlformats.org/officeDocument/2006/relationships/notesSlide" Target="/ppt/notesSlides/notesSlide1.xml" Id="Rda4cf3eee9d942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0.xml" Id="Ra9396bd705e64731" /><Relationship Type="http://schemas.openxmlformats.org/officeDocument/2006/relationships/image" Target="/ppt/media/image2.png" Id="R5a53907e71e44d15" /><Relationship Type="http://schemas.openxmlformats.org/officeDocument/2006/relationships/notesSlide" Target="/ppt/notesSlides/notesSlide2.xml" Id="R066f79a14a084a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9.xml" Id="R1f352df9d0ec4183" /><Relationship Type="http://schemas.openxmlformats.org/officeDocument/2006/relationships/image" Target="/ppt/media/image22.png" Id="Raba4e962d8c449a8" /><Relationship Type="http://schemas.openxmlformats.org/officeDocument/2006/relationships/image" Target="/ppt/media/image2.png" Id="R462da55c92f24ecf" /><Relationship Type="http://schemas.openxmlformats.org/officeDocument/2006/relationships/notesSlide" Target="/ppt/notesSlides/notesSlide3.xml" Id="Rebc874adb05143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cad917c2f04b81" /><Relationship Type="http://schemas.openxmlformats.org/officeDocument/2006/relationships/image" Target="/ppt/media/image2.png" Id="R7fe79d3b15494c03" /><Relationship Type="http://schemas.openxmlformats.org/officeDocument/2006/relationships/notesSlide" Target="/ppt/notesSlides/notesSlide4.xml" Id="R05984e7040cd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65a9550ab004f72" /><Relationship Type="http://schemas.openxmlformats.org/officeDocument/2006/relationships/notesSlide" Target="/ppt/notesSlides/notesSlide5.xml" Id="R721e28b345d54f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11c81d53b364782" /><Relationship Type="http://schemas.openxmlformats.org/officeDocument/2006/relationships/image" Target="/ppt/media/image2.png" Id="Rd56ff3441014453a" /><Relationship Type="http://schemas.openxmlformats.org/officeDocument/2006/relationships/notesSlide" Target="/ppt/notesSlides/notesSlide6.xml" Id="R28c4819fa2224c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6c0e844904d08" /><Relationship Type="http://schemas.openxmlformats.org/officeDocument/2006/relationships/image" Target="/ppt/media/image2.png" Id="R448df19de13b493c" /><Relationship Type="http://schemas.openxmlformats.org/officeDocument/2006/relationships/notesSlide" Target="/ppt/notesSlides/notesSlide7.xml" Id="Rfa7c2504b81d4e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0.xml" Id="Ra4e66440d0d54ebc" /><Relationship Type="http://schemas.openxmlformats.org/officeDocument/2006/relationships/image" Target="/ppt/media/image2.png" Id="Rcc797ecd12c04d02" /><Relationship Type="http://schemas.openxmlformats.org/officeDocument/2006/relationships/notesSlide" Target="/ppt/notesSlides/notesSlide8.xml" Id="R934d3b551e6845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659149d2e8475c" /><Relationship Type="http://schemas.openxmlformats.org/officeDocument/2006/relationships/image" Target="/ppt/media/image2.png" Id="R1295c1868337469c" /><Relationship Type="http://schemas.openxmlformats.org/officeDocument/2006/relationships/notesSlide" Target="/ppt/notesSlides/notesSlide9.xml" Id="R88a169aa0de549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ec0acbcd8324604" /><Relationship Type="http://schemas.openxmlformats.org/officeDocument/2006/relationships/notesSlide" Target="/ppt/notesSlides/notesSlide10.xml" Id="Rd349940ec0a347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d8b4103731c4456" /><Relationship Type="http://schemas.openxmlformats.org/officeDocument/2006/relationships/image" Target="/ppt/media/image2.png" Id="R6043fe014bec44c1" /><Relationship Type="http://schemas.openxmlformats.org/officeDocument/2006/relationships/notesSlide" Target="/ppt/notesSlides/notesSlide11.xml" Id="Ra1a04f68bb7048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9.xml" Id="R6c892cf4f9db4186" /><Relationship Type="http://schemas.openxmlformats.org/officeDocument/2006/relationships/image" Target="/ppt/media/image22.png" Id="R1477667485bd47a7" /><Relationship Type="http://schemas.openxmlformats.org/officeDocument/2006/relationships/image" Target="/ppt/media/image2.png" Id="Rb739889d8cfa4a14" /><Relationship Type="http://schemas.openxmlformats.org/officeDocument/2006/relationships/notesSlide" Target="/ppt/notesSlides/notesSlide12.xml" Id="R16369a2e40cb48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6a750a5a9841ef" /><Relationship Type="http://schemas.openxmlformats.org/officeDocument/2006/relationships/image" Target="/ppt/media/image2.png" Id="R116de0be492841ec" /><Relationship Type="http://schemas.openxmlformats.org/officeDocument/2006/relationships/notesSlide" Target="/ppt/notesSlides/notesSlide13.xml" Id="R68d47c99807140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b1b51f077614ac3" /><Relationship Type="http://schemas.openxmlformats.org/officeDocument/2006/relationships/notesSlide" Target="/ppt/notesSlides/notesSlide14.xml" Id="R133c899b942b40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a39a7888d4aa2" /><Relationship Type="http://schemas.openxmlformats.org/officeDocument/2006/relationships/image" Target="/ppt/media/image2.png" Id="R192516851c364af9" /><Relationship Type="http://schemas.openxmlformats.org/officeDocument/2006/relationships/notesSlide" Target="/ppt/notesSlides/notesSlide15.xml" Id="R13de5bbd0b794d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92" name="Google Shape;1692;p1">
            <a:extLst xmlns:a="http://schemas.openxmlformats.org/drawingml/2006/main">
              <a:ext uri="{FF2B5EF4-FFF2-40B4-BE49-F238E27FC236}">
                <a16:creationId xmlns:a16="http://schemas.microsoft.com/office/drawing/2014/main" id="{136785F9-06BD-4F78-B25D-EE95D87746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73725" y="3429000"/>
            <a:ext cx="7143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000">
                <a:solidFill>
                  <a:srgbClr val="D4D4D4"/>
                </a:solidFill>
              </a:rPr>
              <a:t/>
            </a:r>
            <a:endParaRPr sz="2000" b="0">
              <a:solidFill>
                <a:srgbClr val="D4D4D4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93" name="Google Shape;1693;p1">
            <a:extLst xmlns:a="http://schemas.openxmlformats.org/drawingml/2006/main">
              <a:ext uri="{FF2B5EF4-FFF2-40B4-BE49-F238E27FC236}">
                <a16:creationId xmlns:a16="http://schemas.microsoft.com/office/drawing/2014/main" id="{74213F81-995B-4593-A9A2-7CB992488A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1905000"/>
            <a:ext cx="7143900" cy="14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sz="5180" b="1">
                <a:solidFill>
                  <a:srgbClr val="FFFFFF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5180" b="1">
              <a:solidFill>
                <a:srgbClr val="FFFFFF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94" name="Google Shape;1694;p1">
            <a:extLst xmlns:a="http://schemas.openxmlformats.org/drawingml/2006/main">
              <a:ext uri="{FF2B5EF4-FFF2-40B4-BE49-F238E27FC236}">
                <a16:creationId xmlns:a16="http://schemas.microsoft.com/office/drawing/2014/main" id="{A2EF8A93-934E-40C2-9023-FA5493D8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3814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5" name="Google Shape;1695;p1">
            <a:extLst xmlns:a="http://schemas.openxmlformats.org/drawingml/2006/main">
              <a:ext uri="{FF2B5EF4-FFF2-40B4-BE49-F238E27FC236}">
                <a16:creationId xmlns:a16="http://schemas.microsoft.com/office/drawing/2014/main" id="{C3CDD7F9-05A1-462F-95C2-93227353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381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 i="0" u="none" cap="none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9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6577F37-5CF2-4BA6-8CF5-67D67C3C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DISTRIBUTED AI WORKSHOP OPERATIONS</a:t>
            </a:r>
          </a:p>
        </p:txBody>
      </p:sp>
      <p:sp>
        <p:nvSpPr>
          <p:cNvPr id="169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E978998-DDB9-40D9-9878-6DF470E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4050" b="1" i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</a:rPr>
              <a:t>Intel × Red Hat</a:t>
            </a:r>
          </a:p>
          <a:p xmlns:a="http://schemas.openxmlformats.org/drawingml/2006/main">
            <a:pPr>
              <a:defRPr sz="4050" b="1" i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4050" b="1" i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</a:rPr>
              <a:t>AI Launchpad</a:t>
            </a:r>
          </a:p>
        </p:txBody>
      </p:sp>
      <p:sp>
        <p:nvSpPr>
          <p:cNvPr id="169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4C19C1C-6DB9-4AA0-BC01-164D7068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00450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D4D4D4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800" b="0" i="0">
                <a:solidFill>
                  <a:srgbClr val="D4D4D4"/>
                </a:solidFill>
                <a:latin typeface="Red Hat Display"/>
                <a:ea typeface="Red Hat Display"/>
                <a:cs typeface="Red Hat Display"/>
              </a:rPr>
              <a:t>Distributed workshop provisioning, participant use, and verified reclamation</a:t>
            </a:r>
          </a:p>
        </p:txBody>
      </p:sp>
      <p:sp>
        <p:nvSpPr>
          <p:cNvPr id="1699" name="cover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E7BF65DC-A0F4-4607-A7CD-1A9CFF87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0" name="cover-classification">
            <a:extLst xmlns:a="http://schemas.openxmlformats.org/drawingml/2006/main">
              <a:ext uri="{FF2B5EF4-FFF2-40B4-BE49-F238E27FC236}">
                <a16:creationId xmlns:a16="http://schemas.microsoft.com/office/drawing/2014/main" id="{4ED7F245-9468-4A9E-8E6F-E3920A6A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6A6A6A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6A6A6A"/>
                </a:solidFill>
                <a:latin typeface="Red Hat Text"/>
                <a:ea typeface="Red Hat Text"/>
                <a:cs typeface="Red Hat Text"/>
              </a:rPr>
              <a:t>SUPERVISED INTERNAL PILOT</a:t>
            </a:r>
          </a:p>
        </p:txBody>
      </p:sp>
    </p:spTree>
    <p:extLst>
      <p:ext uri="{BB962C8B-B14F-4D97-AF65-F5344CB8AC3E}">
        <p14:creationId xmlns:p14="http://schemas.microsoft.com/office/powerpoint/2010/main" val="21046014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29" name="Google Shape;1701;p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0" name="Google Shape;1702;p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31" name="Google Shape;170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53907e71e44d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04" name="Google Shape;1704;p2">
            <a:extLst xmlns:a="http://schemas.openxmlformats.org/drawingml/2006/main">
              <a:ext uri="{FF2B5EF4-FFF2-40B4-BE49-F238E27FC236}">
                <a16:creationId xmlns:a16="http://schemas.microsoft.com/office/drawing/2014/main" id="{41D8FDAC-328E-4317-BBC1-907562CD39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05" name="Google Shape;1705;p2">
            <a:extLst xmlns:a="http://schemas.openxmlformats.org/drawingml/2006/main">
              <a:ext uri="{FF2B5EF4-FFF2-40B4-BE49-F238E27FC236}">
                <a16:creationId xmlns:a16="http://schemas.microsoft.com/office/drawing/2014/main" id="{8F85185E-4367-4E02-BC41-C5EA4561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4953000" cy="44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3200" b="1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07" name="Google Shape;1707;p2">
            <a:extLst xmlns:a="http://schemas.openxmlformats.org/drawingml/2006/main">
              <a:ext uri="{FF2B5EF4-FFF2-40B4-BE49-F238E27FC236}">
                <a16:creationId xmlns:a16="http://schemas.microsoft.com/office/drawing/2014/main" id="{44F5F799-D166-49AD-8ACF-8A2E9655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0" y="1238250"/>
            <a:ext cx="5143500" cy="44769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2">
            <a:extLst xmlns:a="http://schemas.openxmlformats.org/drawingml/2006/main">
              <a:ext uri="{FF2B5EF4-FFF2-40B4-BE49-F238E27FC236}">
                <a16:creationId xmlns:a16="http://schemas.microsoft.com/office/drawing/2014/main" id="{552AC29D-0C95-4B17-BB9D-26C3BBDE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0" y="1238250"/>
            <a:ext cx="152400" cy="44769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3064"/>
                </a:moveTo>
                <a:cubicBezTo>
                  <a:pt x="0" y="1371"/>
                  <a:pt x="40275" y="0"/>
                  <a:pt x="90000" y="0"/>
                </a:cubicBezTo>
                <a:lnTo>
                  <a:pt x="120000" y="0"/>
                </a:lnTo>
                <a:lnTo>
                  <a:pt x="120000" y="120000"/>
                </a:lnTo>
                <a:lnTo>
                  <a:pt x="90000" y="120000"/>
                </a:lnTo>
                <a:cubicBezTo>
                  <a:pt x="40275" y="120000"/>
                  <a:pt x="0" y="118629"/>
                  <a:pt x="0" y="116936"/>
                </a:cubicBezTo>
                <a:close/>
              </a:path>
            </a:pathLst>
          </a:cu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">
            <a:extLst xmlns:a="http://schemas.openxmlformats.org/drawingml/2006/main">
              <a:ext uri="{FF2B5EF4-FFF2-40B4-BE49-F238E27FC236}">
                <a16:creationId xmlns:a16="http://schemas.microsoft.com/office/drawing/2014/main" id="{5BF3A541-711B-434F-B481-0D5E9766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1524000"/>
            <a:ext cx="4381500" cy="390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11" name="slide-2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80C41311-1AD0-4881-A593-65603708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2" name="slide-2-footer-mask">
            <a:extLst xmlns:a="http://schemas.openxmlformats.org/drawingml/2006/main">
              <a:ext uri="{FF2B5EF4-FFF2-40B4-BE49-F238E27FC236}">
                <a16:creationId xmlns:a16="http://schemas.microsoft.com/office/drawing/2014/main" id="{208C834C-9477-4417-A3B6-4A6C1D72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3" name="slide-2-kicker">
            <a:extLst xmlns:a="http://schemas.openxmlformats.org/drawingml/2006/main">
              <a:ext uri="{FF2B5EF4-FFF2-40B4-BE49-F238E27FC236}">
                <a16:creationId xmlns:a16="http://schemas.microsoft.com/office/drawing/2014/main" id="{9DF98211-819B-43AD-9825-338D3308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Pilot claim</a:t>
            </a:r>
          </a:p>
        </p:txBody>
      </p:sp>
      <p:sp>
        <p:nvSpPr>
          <p:cNvPr id="1714" name="slide-2-classification">
            <a:extLst xmlns:a="http://schemas.openxmlformats.org/drawingml/2006/main">
              <a:ext uri="{FF2B5EF4-FFF2-40B4-BE49-F238E27FC236}">
                <a16:creationId xmlns:a16="http://schemas.microsoft.com/office/drawing/2014/main" id="{339EAA5C-1E63-40BF-81A8-0F529012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15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281E75D7-3E0E-41C9-AD35-7FC9CF35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02</a:t>
            </a:r>
          </a:p>
        </p:txBody>
      </p:sp>
      <p:sp>
        <p:nvSpPr>
          <p:cNvPr id="1716" name="claim-headline">
            <a:extLst xmlns:a="http://schemas.openxmlformats.org/drawingml/2006/main">
              <a:ext uri="{FF2B5EF4-FFF2-40B4-BE49-F238E27FC236}">
                <a16:creationId xmlns:a16="http://schemas.microsoft.com/office/drawing/2014/main" id="{4A651DE0-9ACA-4814-A585-67360B70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8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One order. Twenty-five</a:t>
            </a:r>
          </a:p>
          <a:p xmlns:a="http://schemas.openxmlformats.org/drawingml/2006/main">
            <a:pPr>
              <a:defRPr sz="28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8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isolated seats.</a:t>
            </a:r>
          </a:p>
        </p:txBody>
      </p:sp>
      <p:sp>
        <p:nvSpPr>
          <p:cNvPr id="1717" name="claim-subhead">
            <a:extLst xmlns:a="http://schemas.openxmlformats.org/drawingml/2006/main">
              <a:ext uri="{FF2B5EF4-FFF2-40B4-BE49-F238E27FC236}">
                <a16:creationId xmlns:a16="http://schemas.microsoft.com/office/drawing/2014/main" id="{A7231C87-F5B3-4AA3-A386-4D2D38B5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725" b="0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The complete lifecycle is the product contract.</a:t>
            </a:r>
          </a:p>
        </p:txBody>
      </p:sp>
      <p:sp>
        <p:nvSpPr>
          <p:cNvPr id="1718" name="claim-body">
            <a:extLst xmlns:a="http://schemas.openxmlformats.org/drawingml/2006/main">
              <a:ext uri="{FF2B5EF4-FFF2-40B4-BE49-F238E27FC236}">
                <a16:creationId xmlns:a16="http://schemas.microsoft.com/office/drawing/2014/main" id="{334804D4-18F0-46D8-809E-7A334B49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Content, capacity, identity, learner function, and cleanup must all agree before an order can be called ready.</a:t>
            </a:r>
          </a:p>
        </p:txBody>
      </p:sp>
      <p:sp>
        <p:nvSpPr>
          <p:cNvPr id="1719" name="claim-one-label">
            <a:extLst xmlns:a="http://schemas.openxmlformats.org/drawingml/2006/main">
              <a:ext uri="{FF2B5EF4-FFF2-40B4-BE49-F238E27FC236}">
                <a16:creationId xmlns:a16="http://schemas.microsoft.com/office/drawing/2014/main" id="{59C16C13-EFEB-40E5-9772-C38967AC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Whole-order placement</a:t>
            </a:r>
          </a:p>
        </p:txBody>
      </p:sp>
      <p:sp>
        <p:nvSpPr>
          <p:cNvPr id="1720" name="claim-one-value">
            <a:extLst xmlns:a="http://schemas.openxmlformats.org/drawingml/2006/main">
              <a:ext uri="{FF2B5EF4-FFF2-40B4-BE49-F238E27FC236}">
                <a16:creationId xmlns:a16="http://schemas.microsoft.com/office/drawing/2014/main" id="{62DB3D98-7680-43D2-B16C-2486B895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Every seat uses one persisted execution cluster.</a:t>
            </a:r>
          </a:p>
        </p:txBody>
      </p:sp>
      <p:sp>
        <p:nvSpPr>
          <p:cNvPr id="1721" name="claim-two-label">
            <a:extLst xmlns:a="http://schemas.openxmlformats.org/drawingml/2006/main">
              <a:ext uri="{FF2B5EF4-FFF2-40B4-BE49-F238E27FC236}">
                <a16:creationId xmlns:a16="http://schemas.microsoft.com/office/drawing/2014/main" id="{C076FAA9-0408-43F7-8D90-F972DC1C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Participant proof</a:t>
            </a:r>
          </a:p>
        </p:txBody>
      </p:sp>
      <p:sp>
        <p:nvSpPr>
          <p:cNvPr id="1722" name="claim-two-value">
            <a:extLst xmlns:a="http://schemas.openxmlformats.org/drawingml/2006/main">
              <a:ext uri="{FF2B5EF4-FFF2-40B4-BE49-F238E27FC236}">
                <a16:creationId xmlns:a16="http://schemas.microsoft.com/office/drawing/2014/main" id="{817BAEB1-8C13-40D3-9ABA-5CD39D39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Showroom, terminal, operator, model, and isolation checks.</a:t>
            </a:r>
          </a:p>
        </p:txBody>
      </p:sp>
      <p:sp>
        <p:nvSpPr>
          <p:cNvPr id="1723" name="claim-panel-kicker">
            <a:extLst xmlns:a="http://schemas.openxmlformats.org/drawingml/2006/main">
              <a:ext uri="{FF2B5EF4-FFF2-40B4-BE49-F238E27FC236}">
                <a16:creationId xmlns:a16="http://schemas.microsoft.com/office/drawing/2014/main" id="{52020DB5-B5EB-4B3A-BE32-56A04167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Measured boundary</a:t>
            </a:r>
          </a:p>
        </p:txBody>
      </p:sp>
      <p:sp>
        <p:nvSpPr>
          <p:cNvPr id="1724" name="claim-panel-title">
            <a:extLst xmlns:a="http://schemas.openxmlformats.org/drawingml/2006/main">
              <a:ext uri="{FF2B5EF4-FFF2-40B4-BE49-F238E27FC236}">
                <a16:creationId xmlns:a16="http://schemas.microsoft.com/office/drawing/2014/main" id="{02F65073-741F-449F-8B15-D7EED5F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1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rPr>
              <a:t>Three staggered orders.</a:t>
            </a:r>
          </a:p>
          <a:p xmlns:a="http://schemas.openxmlformats.org/drawingml/2006/main">
            <a:pPr>
              <a:defRPr sz="21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1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rPr>
              <a:t>Seventy-five seats active.</a:t>
            </a:r>
          </a:p>
        </p:txBody>
      </p:sp>
      <p:sp>
        <p:nvSpPr>
          <p:cNvPr id="1725" name="claim-panel-proof">
            <a:extLst xmlns:a="http://schemas.openxmlformats.org/drawingml/2006/main">
              <a:ext uri="{FF2B5EF4-FFF2-40B4-BE49-F238E27FC236}">
                <a16:creationId xmlns:a16="http://schemas.microsoft.com/office/drawing/2014/main" id="{3601FF5F-B005-4EB4-9A1F-185E80F2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PILOT PROOF</a:t>
            </a:r>
          </a:p>
        </p:txBody>
      </p:sp>
      <p:sp>
        <p:nvSpPr>
          <p:cNvPr id="1726" name="claim-panel-number">
            <a:extLst xmlns:a="http://schemas.openxmlformats.org/drawingml/2006/main">
              <a:ext uri="{FF2B5EF4-FFF2-40B4-BE49-F238E27FC236}">
                <a16:creationId xmlns:a16="http://schemas.microsoft.com/office/drawing/2014/main" id="{AFE95AF8-F12D-4C6B-8D30-EF5DB3B4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37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75 / 75</a:t>
            </a:r>
          </a:p>
        </p:txBody>
      </p:sp>
      <p:sp>
        <p:nvSpPr>
          <p:cNvPr id="1727" name="claim-panel-caption">
            <a:extLst xmlns:a="http://schemas.openxmlformats.org/drawingml/2006/main">
              <a:ext uri="{FF2B5EF4-FFF2-40B4-BE49-F238E27FC236}">
                <a16:creationId xmlns:a16="http://schemas.microsoft.com/office/drawing/2014/main" id="{B5151F48-D20D-4CD4-B295-0B7DD798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42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catalog-specific participant journeys</a:t>
            </a:r>
          </a:p>
        </p:txBody>
      </p:sp>
      <p:sp>
        <p:nvSpPr>
          <p:cNvPr id="1728" name="claim-panel-body">
            <a:extLst xmlns:a="http://schemas.openxmlformats.org/drawingml/2006/main">
              <a:ext uri="{FF2B5EF4-FFF2-40B4-BE49-F238E27FC236}">
                <a16:creationId xmlns:a16="http://schemas.microsoft.com/office/drawing/2014/main" id="{52174B13-2E3F-4642-A618-9BE48081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All three workshops reclaimed sequentially with zero run namespaces or Argo CD Applications remaining.</a:t>
            </a:r>
          </a:p>
        </p:txBody>
      </p:sp>
    </p:spTree>
    <p:extLst>
      <p:ext uri="{BB962C8B-B14F-4D97-AF65-F5344CB8AC3E}">
        <p14:creationId xmlns:p14="http://schemas.microsoft.com/office/powerpoint/2010/main" val="952147297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ba4e962d8c449a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60" name="Google Shape;1715;p3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1" name="Google Shape;1716;p3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62" name="Google Shape;1717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2da55c92f24e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18" name="Google Shape;1718;p3">
            <a:extLst xmlns:a="http://schemas.openxmlformats.org/drawingml/2006/main">
              <a:ext uri="{FF2B5EF4-FFF2-40B4-BE49-F238E27FC236}">
                <a16:creationId xmlns:a16="http://schemas.microsoft.com/office/drawing/2014/main" id="{97F6FFD8-F46D-49F6-9963-16D48B26CD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19" name="Google Shape;1719;p3">
            <a:extLst xmlns:a="http://schemas.openxmlformats.org/drawingml/2006/main">
              <a:ext uri="{FF2B5EF4-FFF2-40B4-BE49-F238E27FC236}">
                <a16:creationId xmlns:a16="http://schemas.microsoft.com/office/drawing/2014/main" id="{3E47B5C6-4F97-408C-852D-E9126341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4191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3800" b="1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21" name="Google Shape;1721;p3">
            <a:extLst xmlns:a="http://schemas.openxmlformats.org/drawingml/2006/main">
              <a:ext uri="{FF2B5EF4-FFF2-40B4-BE49-F238E27FC236}">
                <a16:creationId xmlns:a16="http://schemas.microsoft.com/office/drawing/2014/main" id="{BFD14549-328D-41EE-8675-6349A980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0" y="1333500"/>
            <a:ext cx="12858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">
            <a:extLst xmlns:a="http://schemas.openxmlformats.org/drawingml/2006/main">
              <a:ext uri="{FF2B5EF4-FFF2-40B4-BE49-F238E27FC236}">
                <a16:creationId xmlns:a16="http://schemas.microsoft.com/office/drawing/2014/main" id="{CF942D43-96F6-46F2-B6E8-1F88218D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0" y="1333500"/>
            <a:ext cx="1285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24" name="Google Shape;1724;p3">
            <a:extLst xmlns:a="http://schemas.openxmlformats.org/drawingml/2006/main">
              <a:ext uri="{FF2B5EF4-FFF2-40B4-BE49-F238E27FC236}">
                <a16:creationId xmlns:a16="http://schemas.microsoft.com/office/drawing/2014/main" id="{B7F2077D-9454-4D6A-9FDF-521564E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2750" y="1333500"/>
            <a:ext cx="12858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">
            <a:extLst xmlns:a="http://schemas.openxmlformats.org/drawingml/2006/main">
              <a:ext uri="{FF2B5EF4-FFF2-40B4-BE49-F238E27FC236}">
                <a16:creationId xmlns:a16="http://schemas.microsoft.com/office/drawing/2014/main" id="{F032A0A0-FD9F-4FB1-AB63-FF63E66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2750" y="1333500"/>
            <a:ext cx="1285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27" name="Google Shape;1727;p3">
            <a:extLst xmlns:a="http://schemas.openxmlformats.org/drawingml/2006/main">
              <a:ext uri="{FF2B5EF4-FFF2-40B4-BE49-F238E27FC236}">
                <a16:creationId xmlns:a16="http://schemas.microsoft.com/office/drawing/2014/main" id="{4E9FD287-7FDA-4274-BFDE-8A964E9A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0" y="1333500"/>
            <a:ext cx="12858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">
            <a:extLst xmlns:a="http://schemas.openxmlformats.org/drawingml/2006/main">
              <a:ext uri="{FF2B5EF4-FFF2-40B4-BE49-F238E27FC236}">
                <a16:creationId xmlns:a16="http://schemas.microsoft.com/office/drawing/2014/main" id="{C54C74F9-E9CE-4621-8101-CB6D0BC5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0" y="1333500"/>
            <a:ext cx="1285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30" name="Google Shape;1730;p3">
            <a:extLst xmlns:a="http://schemas.openxmlformats.org/drawingml/2006/main">
              <a:ext uri="{FF2B5EF4-FFF2-40B4-BE49-F238E27FC236}">
                <a16:creationId xmlns:a16="http://schemas.microsoft.com/office/drawing/2014/main" id="{C3409040-C81F-4233-87FD-D9818CAD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0250" y="1333500"/>
            <a:ext cx="12858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3">
            <a:extLst xmlns:a="http://schemas.openxmlformats.org/drawingml/2006/main">
              <a:ext uri="{FF2B5EF4-FFF2-40B4-BE49-F238E27FC236}">
                <a16:creationId xmlns:a16="http://schemas.microsoft.com/office/drawing/2014/main" id="{FDF778BF-20BD-4C5B-B31A-DD2677AF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0250" y="1333500"/>
            <a:ext cx="1285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32" name="Google Shape;1732;p3">
            <a:extLst xmlns:a="http://schemas.openxmlformats.org/drawingml/2006/main">
              <a:ext uri="{FF2B5EF4-FFF2-40B4-BE49-F238E27FC236}">
                <a16:creationId xmlns:a16="http://schemas.microsoft.com/office/drawing/2014/main" id="{E6F5190A-AF6A-40FD-9AF0-E82247C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2000250"/>
            <a:ext cx="4286400" cy="3048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0"/>
                </a:moveTo>
                <a:lnTo>
                  <a:pt x="0" y="56250"/>
                </a:lnTo>
                <a:lnTo>
                  <a:pt x="120000" y="56250"/>
                </a:lnTo>
                <a:lnTo>
                  <a:pt x="120000" y="0"/>
                </a:lnTo>
                <a:moveTo>
                  <a:pt x="40000" y="0"/>
                </a:moveTo>
                <a:lnTo>
                  <a:pt x="40000" y="56250"/>
                </a:lnTo>
                <a:moveTo>
                  <a:pt x="80000" y="0"/>
                </a:moveTo>
                <a:lnTo>
                  <a:pt x="80000" y="56250"/>
                </a:lnTo>
                <a:moveTo>
                  <a:pt x="60000" y="56250"/>
                </a:moveTo>
                <a:lnTo>
                  <a:pt x="60000" y="12000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 cmpd="sng">
            <a:solidFill>
              <a:srgbClr val="D1D5D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3">
            <a:extLst xmlns:a="http://schemas.openxmlformats.org/drawingml/2006/main">
              <a:ext uri="{FF2B5EF4-FFF2-40B4-BE49-F238E27FC236}">
                <a16:creationId xmlns:a16="http://schemas.microsoft.com/office/drawing/2014/main" id="{3E160B0E-18B3-4633-A516-6BAE1623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85800" cy="762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0"/>
                </a:moveTo>
                <a:lnTo>
                  <a:pt x="60000" y="120000"/>
                </a:lnTo>
                <a:lnTo>
                  <a:pt x="120000" y="0"/>
                </a:lnTo>
                <a:close/>
              </a:path>
            </a:pathLst>
          </a:custGeom>
          <a:solidFill xmlns:a="http://schemas.openxmlformats.org/drawingml/2006/main">
            <a:srgbClr val="D1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">
            <a:extLst xmlns:a="http://schemas.openxmlformats.org/drawingml/2006/main">
              <a:ext uri="{FF2B5EF4-FFF2-40B4-BE49-F238E27FC236}">
                <a16:creationId xmlns:a16="http://schemas.microsoft.com/office/drawing/2014/main" id="{C1D1A8A2-A856-46DF-A2AA-943F0F7A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0" y="2381250"/>
            <a:ext cx="5572200" cy="2381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">
            <a:extLst xmlns:a="http://schemas.openxmlformats.org/drawingml/2006/main">
              <a:ext uri="{FF2B5EF4-FFF2-40B4-BE49-F238E27FC236}">
                <a16:creationId xmlns:a16="http://schemas.microsoft.com/office/drawing/2014/main" id="{884DA068-6AC2-42A8-9657-4BB988E5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0" y="2381250"/>
            <a:ext cx="152400" cy="23814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4800"/>
                </a:moveTo>
                <a:cubicBezTo>
                  <a:pt x="0" y="2149"/>
                  <a:pt x="33578" y="0"/>
                  <a:pt x="75000" y="0"/>
                </a:cubicBezTo>
                <a:lnTo>
                  <a:pt x="120000" y="0"/>
                </a:lnTo>
                <a:lnTo>
                  <a:pt x="120000" y="120000"/>
                </a:lnTo>
                <a:lnTo>
                  <a:pt x="75000" y="120000"/>
                </a:lnTo>
                <a:cubicBezTo>
                  <a:pt x="33578" y="120000"/>
                  <a:pt x="0" y="117851"/>
                  <a:pt x="0" y="115200"/>
                </a:cubicBezTo>
                <a:close/>
              </a:path>
            </a:pathLst>
          </a:cu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3">
            <a:extLst xmlns:a="http://schemas.openxmlformats.org/drawingml/2006/main">
              <a:ext uri="{FF2B5EF4-FFF2-40B4-BE49-F238E27FC236}">
                <a16:creationId xmlns:a16="http://schemas.microsoft.com/office/drawing/2014/main" id="{3D4DBD76-B02C-4E79-8A0E-EB3E625E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9750" y="2524125"/>
            <a:ext cx="5048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E0000"/>
                </a:solidFill>
                <a:latin typeface="Red Hat Display ExtraBold"/>
                <a:ea typeface="Red Hat Display ExtraBold"/>
                <a:cs typeface="Red Hat Display ExtraBold"/>
              </a:rPr>
              <a:t/>
            </a:r>
            <a:endParaRPr sz="1000" b="0">
              <a:solidFill>
                <a:srgbClr val="EE0000"/>
              </a:solidFill>
              <a:latin typeface="Red Hat Display ExtraBold"/>
              <a:ea typeface="Red Hat Display ExtraBold"/>
              <a:cs typeface="Red Hat Display ExtraBold"/>
            </a:endParaRPr>
          </a:p>
        </p:txBody>
      </p:sp>
      <p:cxnSp>
        <p:nvCxnSpPr>
          <p:cNvPr id="1778" name="Google Shape;1738;p3"/>
          <p:cNvCxnSpPr/>
          <p:nvPr/>
        </p:nvCxnSpPr>
        <p:spPr>
          <a:xfrm xmlns:a="http://schemas.openxmlformats.org/drawingml/2006/main">
            <a:off x="8120063" y="4762500"/>
            <a:ext cx="0" cy="2097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9" name="Google Shape;1739;p3">
            <a:extLst xmlns:a="http://schemas.openxmlformats.org/drawingml/2006/main">
              <a:ext uri="{FF2B5EF4-FFF2-40B4-BE49-F238E27FC236}">
                <a16:creationId xmlns:a16="http://schemas.microsoft.com/office/drawing/2014/main" id="{82345F99-0C0A-4FAC-BFEE-BE9339B6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72050"/>
            <a:ext cx="85800" cy="762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0"/>
                </a:moveTo>
                <a:lnTo>
                  <a:pt x="60000" y="120000"/>
                </a:lnTo>
                <a:lnTo>
                  <a:pt x="120000" y="0"/>
                </a:lnTo>
                <a:close/>
              </a:path>
            </a:pathLst>
          </a:custGeom>
          <a:solidFill xmlns:a="http://schemas.openxmlformats.org/drawingml/2006/main">
            <a:srgbClr val="D1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">
            <a:extLst xmlns:a="http://schemas.openxmlformats.org/drawingml/2006/main">
              <a:ext uri="{FF2B5EF4-FFF2-40B4-BE49-F238E27FC236}">
                <a16:creationId xmlns:a16="http://schemas.microsoft.com/office/drawing/2014/main" id="{857A4E5E-5492-451A-BCE7-5A57CED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0300" y="5048250"/>
            <a:ext cx="38100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">
            <a:extLst xmlns:a="http://schemas.openxmlformats.org/drawingml/2006/main">
              <a:ext uri="{FF2B5EF4-FFF2-40B4-BE49-F238E27FC236}">
                <a16:creationId xmlns:a16="http://schemas.microsoft.com/office/drawing/2014/main" id="{FBAC37D2-24E6-404A-828D-36D702AF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0300" y="5048250"/>
            <a:ext cx="38100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3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44" name="slide-3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068AAA48-383D-43EF-AA75-A50685DD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5" name="slide-3-footer-mask">
            <a:extLst xmlns:a="http://schemas.openxmlformats.org/drawingml/2006/main">
              <a:ext uri="{FF2B5EF4-FFF2-40B4-BE49-F238E27FC236}">
                <a16:creationId xmlns:a16="http://schemas.microsoft.com/office/drawing/2014/main" id="{C8E0691F-9582-4846-AF54-24E12EDB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6" name="slide-3-kicker">
            <a:extLst xmlns:a="http://schemas.openxmlformats.org/drawingml/2006/main">
              <a:ext uri="{FF2B5EF4-FFF2-40B4-BE49-F238E27FC236}">
                <a16:creationId xmlns:a16="http://schemas.microsoft.com/office/drawing/2014/main" id="{6FBAC0BA-7ED4-46FC-B284-5ACA23F5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Pilot topology</a:t>
            </a:r>
          </a:p>
        </p:txBody>
      </p:sp>
      <p:sp>
        <p:nvSpPr>
          <p:cNvPr id="1747" name="slide-3-classification">
            <a:extLst xmlns:a="http://schemas.openxmlformats.org/drawingml/2006/main">
              <a:ext uri="{FF2B5EF4-FFF2-40B4-BE49-F238E27FC236}">
                <a16:creationId xmlns:a16="http://schemas.microsoft.com/office/drawing/2014/main" id="{012F9D9D-C27C-49A1-BC3A-B0894186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48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65681D6E-5797-458E-A4F2-6BFFB471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03</a:t>
            </a:r>
          </a:p>
        </p:txBody>
      </p:sp>
      <p:sp>
        <p:nvSpPr>
          <p:cNvPr id="1749" name="topology-headline">
            <a:extLst xmlns:a="http://schemas.openxmlformats.org/drawingml/2006/main">
              <a:ext uri="{FF2B5EF4-FFF2-40B4-BE49-F238E27FC236}">
                <a16:creationId xmlns:a16="http://schemas.microsoft.com/office/drawing/2014/main" id="{56BF33DC-9919-471A-B254-549227F7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9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One control plane.</a:t>
            </a:r>
          </a:p>
          <a:p xmlns:a="http://schemas.openxmlformats.org/drawingml/2006/main">
            <a:pPr>
              <a:defRPr sz="29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9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Two execution clusters.</a:t>
            </a:r>
          </a:p>
        </p:txBody>
      </p:sp>
      <p:sp>
        <p:nvSpPr>
          <p:cNvPr id="1750" name="topology-body">
            <a:extLst xmlns:a="http://schemas.openxmlformats.org/drawingml/2006/main">
              <a:ext uri="{FF2B5EF4-FFF2-40B4-BE49-F238E27FC236}">
                <a16:creationId xmlns:a16="http://schemas.microsoft.com/office/drawing/2014/main" id="{0B623C85-DA93-4AC1-9F87-E56A89FB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3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Arena owns ordering, lifecycle state, placement, evidence, and the Argo CD control path. Each workshop remains whole on its selected target.</a:t>
            </a:r>
          </a:p>
        </p:txBody>
      </p:sp>
      <p:sp>
        <p:nvSpPr>
          <p:cNvPr id="1751" name="topology-boundary">
            <a:extLst xmlns:a="http://schemas.openxmlformats.org/drawingml/2006/main">
              <a:ext uri="{FF2B5EF4-FFF2-40B4-BE49-F238E27FC236}">
                <a16:creationId xmlns:a16="http://schemas.microsoft.com/office/drawing/2014/main" id="{9F85A2EC-6C62-40E5-B2F3-A139D8A2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Oberon is excluded pending remediation.</a:t>
            </a:r>
          </a:p>
          <a:p xmlns:a="http://schemas.openxmlformats.org/drawingml/2006/main">
            <a:pPr>
              <a:defRPr sz="120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Flightpath is a passive DR candidate.</a:t>
            </a:r>
          </a:p>
        </p:txBody>
      </p:sp>
      <p:sp>
        <p:nvSpPr>
          <p:cNvPr id="1752" name="topology-card-1">
            <a:extLst xmlns:a="http://schemas.openxmlformats.org/drawingml/2006/main">
              <a:ext uri="{FF2B5EF4-FFF2-40B4-BE49-F238E27FC236}">
                <a16:creationId xmlns:a16="http://schemas.microsoft.com/office/drawing/2014/main" id="{946B9876-4CA1-463C-8C4F-FE3E446A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7637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Requester</a:t>
            </a:r>
          </a:p>
          <a:p xmlns:a="http://schemas.openxmlformats.org/drawingml/2006/main">
            <a:pPr algn="ctr">
              <a:def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one order</a:t>
            </a:r>
          </a:p>
        </p:txBody>
      </p:sp>
      <p:sp>
        <p:nvSpPr>
          <p:cNvPr id="1753" name="topology-card-2">
            <a:extLst xmlns:a="http://schemas.openxmlformats.org/drawingml/2006/main">
              <a:ext uri="{FF2B5EF4-FFF2-40B4-BE49-F238E27FC236}">
                <a16:creationId xmlns:a16="http://schemas.microsoft.com/office/drawing/2014/main" id="{779E17E7-CE0A-4E36-9356-ED72A8A1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7637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Launchpad</a:t>
            </a:r>
          </a:p>
          <a:p xmlns:a="http://schemas.openxmlformats.org/drawingml/2006/main">
            <a:pPr algn="ctr">
              <a:def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lifecycle + DB</a:t>
            </a:r>
          </a:p>
        </p:txBody>
      </p:sp>
      <p:sp>
        <p:nvSpPr>
          <p:cNvPr id="1754" name="topology-card-3">
            <a:extLst xmlns:a="http://schemas.openxmlformats.org/drawingml/2006/main">
              <a:ext uri="{FF2B5EF4-FFF2-40B4-BE49-F238E27FC236}">
                <a16:creationId xmlns:a16="http://schemas.microsoft.com/office/drawing/2014/main" id="{8C7988FF-1230-4E53-A967-B34B52BD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Argo CD</a:t>
            </a:r>
          </a:p>
          <a:p xmlns:a="http://schemas.openxmlformats.org/drawingml/2006/main">
            <a:pPr algn="ctr">
              <a:def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destination sync</a:t>
            </a:r>
          </a:p>
        </p:txBody>
      </p:sp>
      <p:sp>
        <p:nvSpPr>
          <p:cNvPr id="1755" name="topology-card-4">
            <a:extLst xmlns:a="http://schemas.openxmlformats.org/drawingml/2006/main">
              <a:ext uri="{FF2B5EF4-FFF2-40B4-BE49-F238E27FC236}">
                <a16:creationId xmlns:a16="http://schemas.microsoft.com/office/drawing/2014/main" id="{05650206-172E-45A8-8FD3-BF683D85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7637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Evidence</a:t>
            </a:r>
          </a:p>
          <a:p xmlns:a="http://schemas.openxmlformats.org/drawingml/2006/main">
            <a:pPr algn="ctr">
              <a:def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audit + proof</a:t>
            </a:r>
          </a:p>
        </p:txBody>
      </p:sp>
      <p:sp>
        <p:nvSpPr>
          <p:cNvPr id="1756" name="topology-gate-kicker">
            <a:extLst xmlns:a="http://schemas.openxmlformats.org/drawingml/2006/main">
              <a:ext uri="{FF2B5EF4-FFF2-40B4-BE49-F238E27FC236}">
                <a16:creationId xmlns:a16="http://schemas.microsoft.com/office/drawing/2014/main" id="{E5238440-4E8B-4CB3-A19B-E2AB41D7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05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ARENA CONTROL PLANE</a:t>
            </a:r>
          </a:p>
        </p:txBody>
      </p:sp>
      <p:sp>
        <p:nvSpPr>
          <p:cNvPr id="1757" name="topology-gate-body">
            <a:extLst xmlns:a="http://schemas.openxmlformats.org/drawingml/2006/main">
              <a:ext uri="{FF2B5EF4-FFF2-40B4-BE49-F238E27FC236}">
                <a16:creationId xmlns:a16="http://schemas.microsoft.com/office/drawing/2014/main" id="{F27B4B27-B4FA-4D99-9FF6-381F49D6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1  Reserve the complete workshop</a:t>
            </a:r>
          </a:p>
          <a:p xmlns:a="http://schemas.openxmlformats.org/drawingml/2006/main">
            <a:pPr>
              <a:def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2  Persist cluster_ref before resources</a:t>
            </a:r>
          </a:p>
          <a:p xmlns:a="http://schemas.openxmlformats.org/drawingml/2006/main">
            <a:pPr>
              <a:def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3  Validate participants, then record evidence</a:t>
            </a:r>
          </a:p>
        </p:txBody>
      </p:sp>
      <p:sp>
        <p:nvSpPr>
          <p:cNvPr id="1758" name="topology-gate-result">
            <a:extLst xmlns:a="http://schemas.openxmlformats.org/drawingml/2006/main">
              <a:ext uri="{FF2B5EF4-FFF2-40B4-BE49-F238E27FC236}">
                <a16:creationId xmlns:a16="http://schemas.microsoft.com/office/drawing/2014/main" id="{A8093984-9A8B-4A29-85AA-9D742724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433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6B4F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00" b="1" i="0">
                <a:solidFill>
                  <a:srgbClr val="006B4F"/>
                </a:solidFill>
                <a:latin typeface="Red Hat Display"/>
                <a:ea typeface="Red Hat Display"/>
                <a:cs typeface="Red Hat Display"/>
              </a:rPr>
              <a:t>Whole-order placement · fail-closed cleanup</a:t>
            </a:r>
          </a:p>
        </p:txBody>
      </p:sp>
      <p:sp>
        <p:nvSpPr>
          <p:cNvPr id="1759" name="topology-targets">
            <a:extLst xmlns:a="http://schemas.openxmlformats.org/drawingml/2006/main">
              <a:ext uri="{FF2B5EF4-FFF2-40B4-BE49-F238E27FC236}">
                <a16:creationId xmlns:a16="http://schemas.microsoft.com/office/drawing/2014/main" id="{2F839846-6A01-47E0-B27C-7BA6C574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720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Execution targets</a:t>
            </a:r>
          </a:p>
          <a:p xmlns:a="http://schemas.openxmlformats.org/drawingml/2006/main">
            <a:pPr algn="ctr">
              <a:def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Arena: Multi-Agent + Serve LLMs · Brutus: Agent 201</a:t>
            </a:r>
          </a:p>
        </p:txBody>
      </p:sp>
    </p:spTree>
    <p:extLst>
      <p:ext uri="{BB962C8B-B14F-4D97-AF65-F5344CB8AC3E}">
        <p14:creationId xmlns:p14="http://schemas.microsoft.com/office/powerpoint/2010/main" val="16762844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78" name="Google Shape;1748;p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9" name="Google Shape;1749;p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80" name="Google Shape;175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e79d3b15494c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51" name="Google Shape;1751;p4">
            <a:extLst xmlns:a="http://schemas.openxmlformats.org/drawingml/2006/main">
              <a:ext uri="{FF2B5EF4-FFF2-40B4-BE49-F238E27FC236}">
                <a16:creationId xmlns:a16="http://schemas.microsoft.com/office/drawing/2014/main" id="{DC1845E4-0FE3-4700-938A-4FC087E077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52" name="Google Shape;1752;p4">
            <a:extLst xmlns:a="http://schemas.openxmlformats.org/drawingml/2006/main">
              <a:ext uri="{FF2B5EF4-FFF2-40B4-BE49-F238E27FC236}">
                <a16:creationId xmlns:a16="http://schemas.microsoft.com/office/drawing/2014/main" id="{7EC10081-DD4D-4F4E-8BB2-3085FE40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0" y="15240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sz="26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600" b="1" i="0" u="none" cap="none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3" name="Google Shape;1753;p4">
            <a:extLst xmlns:a="http://schemas.openxmlformats.org/drawingml/2006/main">
              <a:ext uri="{FF2B5EF4-FFF2-40B4-BE49-F238E27FC236}">
                <a16:creationId xmlns:a16="http://schemas.microsoft.com/office/drawing/2014/main" id="{02580CD3-1F60-4AC0-9906-B533429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0" y="4000500"/>
            <a:ext cx="4191000" cy="14289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4" name="Google Shape;1754;p4">
            <a:extLst xmlns:a="http://schemas.openxmlformats.org/drawingml/2006/main">
              <a:ext uri="{FF2B5EF4-FFF2-40B4-BE49-F238E27FC236}">
                <a16:creationId xmlns:a16="http://schemas.microsoft.com/office/drawing/2014/main" id="{04C87A70-2A87-41DD-8F40-0AC4B79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0" y="4000500"/>
            <a:ext cx="4191000" cy="14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6B728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 i="0" u="none" cap="none">
              <a:solidFill>
                <a:srgbClr val="6B728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5" name="Google Shape;1755;p4">
            <a:extLst xmlns:a="http://schemas.openxmlformats.org/drawingml/2006/main">
              <a:ext uri="{FF2B5EF4-FFF2-40B4-BE49-F238E27FC236}">
                <a16:creationId xmlns:a16="http://schemas.microsoft.com/office/drawing/2014/main" id="{ACB91246-0177-44DD-817D-36CF6AFF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5715000" cy="1047900"/>
          </a:xfrm>
          <a:prstGeom xmlns:a="http://schemas.openxmlformats.org/drawingml/2006/main" prst="roundRect">
            <a:avLst>
              <a:gd name="adj" fmla="val 7272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6" name="Google Shape;1756;p4">
            <a:extLst xmlns:a="http://schemas.openxmlformats.org/drawingml/2006/main">
              <a:ext uri="{FF2B5EF4-FFF2-40B4-BE49-F238E27FC236}">
                <a16:creationId xmlns:a16="http://schemas.microsoft.com/office/drawing/2014/main" id="{B6583E02-E7AE-4F48-80F7-D2FB5BA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57150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6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7" name="Google Shape;1757;p4">
            <a:extLst xmlns:a="http://schemas.openxmlformats.org/drawingml/2006/main">
              <a:ext uri="{FF2B5EF4-FFF2-40B4-BE49-F238E27FC236}">
                <a16:creationId xmlns:a16="http://schemas.microsoft.com/office/drawing/2014/main" id="{297F4933-0B86-4181-85E1-8345DD2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5715000" cy="1238400"/>
          </a:xfrm>
          <a:prstGeom xmlns:a="http://schemas.openxmlformats.org/drawingml/2006/main" prst="roundRect">
            <a:avLst>
              <a:gd name="adj" fmla="val 6153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8" name="Google Shape;1758;p4">
            <a:extLst xmlns:a="http://schemas.openxmlformats.org/drawingml/2006/main">
              <a:ext uri="{FF2B5EF4-FFF2-40B4-BE49-F238E27FC236}">
                <a16:creationId xmlns:a16="http://schemas.microsoft.com/office/drawing/2014/main" id="{7DEC50BF-6DEC-46D9-95EA-75DE7B4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5715000" cy="12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0071C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6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9" name="Google Shape;1759;p4">
            <a:extLst xmlns:a="http://schemas.openxmlformats.org/drawingml/2006/main">
              <a:ext uri="{FF2B5EF4-FFF2-40B4-BE49-F238E27FC236}">
                <a16:creationId xmlns:a16="http://schemas.microsoft.com/office/drawing/2014/main" id="{CC7C7A7B-B1FE-483D-A422-1865F143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91000"/>
            <a:ext cx="5715000" cy="1238400"/>
          </a:xfrm>
          <a:prstGeom xmlns:a="http://schemas.openxmlformats.org/drawingml/2006/main" prst="roundRect">
            <a:avLst>
              <a:gd name="adj" fmla="val 6153"/>
            </a:avLst>
          </a:prstGeom>
          <a:solidFill xmlns:a="http://schemas.openxmlformats.org/drawingml/2006/main">
            <a:srgbClr val="F4FDF7"/>
          </a:solidFill>
          <a:ln xmlns:a="http://schemas.openxmlformats.org/drawingml/2006/main" w="14300" cmpd="sng">
            <a:solidFill>
              <a:srgbClr val="A7F3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0" name="Google Shape;1760;p4">
            <a:extLst xmlns:a="http://schemas.openxmlformats.org/drawingml/2006/main">
              <a:ext uri="{FF2B5EF4-FFF2-40B4-BE49-F238E27FC236}">
                <a16:creationId xmlns:a16="http://schemas.microsoft.com/office/drawing/2014/main" id="{11A7D987-90E8-4F30-AB18-F157516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91000"/>
            <a:ext cx="5715000" cy="12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22C55E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6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62" name="slide-4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4A310986-7E16-43DA-B035-A70C2437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3" name="slide-4-footer-mask">
            <a:extLst xmlns:a="http://schemas.openxmlformats.org/drawingml/2006/main">
              <a:ext uri="{FF2B5EF4-FFF2-40B4-BE49-F238E27FC236}">
                <a16:creationId xmlns:a16="http://schemas.microsoft.com/office/drawing/2014/main" id="{B47ABDBB-0A54-4D14-B364-CE5DF93D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4" name="slide-4-kicker">
            <a:extLst xmlns:a="http://schemas.openxmlformats.org/drawingml/2006/main">
              <a:ext uri="{FF2B5EF4-FFF2-40B4-BE49-F238E27FC236}">
                <a16:creationId xmlns:a16="http://schemas.microsoft.com/office/drawing/2014/main" id="{C3971E3E-F3DD-4B70-A3F8-4E8F9F9D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Lifecycle contract</a:t>
            </a:r>
          </a:p>
        </p:txBody>
      </p:sp>
      <p:sp>
        <p:nvSpPr>
          <p:cNvPr id="1765" name="slide-4-classification">
            <a:extLst xmlns:a="http://schemas.openxmlformats.org/drawingml/2006/main">
              <a:ext uri="{FF2B5EF4-FFF2-40B4-BE49-F238E27FC236}">
                <a16:creationId xmlns:a16="http://schemas.microsoft.com/office/drawing/2014/main" id="{F3031232-CDB1-47BE-9030-F6F46080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66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651E0010-10A2-4C04-9E47-B9021957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04</a:t>
            </a:r>
          </a:p>
        </p:txBody>
      </p:sp>
      <p:sp>
        <p:nvSpPr>
          <p:cNvPr id="1767" name="lifecycle-headline">
            <a:extLst xmlns:a="http://schemas.openxmlformats.org/drawingml/2006/main">
              <a:ext uri="{FF2B5EF4-FFF2-40B4-BE49-F238E27FC236}">
                <a16:creationId xmlns:a16="http://schemas.microsoft.com/office/drawing/2014/main" id="{C05FCA50-B6F8-428F-A911-19DD57F0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71625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The lifecycle authority</a:t>
            </a:r>
          </a:p>
          <a:p xmlns:a="http://schemas.openxmlformats.org/drawingml/2006/main">
            <a:pPr>
              <a:def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is explicit.</a:t>
            </a:r>
          </a:p>
        </p:txBody>
      </p:sp>
      <p:sp>
        <p:nvSpPr>
          <p:cNvPr id="1768" name="lifecycle-body">
            <a:extLst xmlns:a="http://schemas.openxmlformats.org/drawingml/2006/main">
              <a:ext uri="{FF2B5EF4-FFF2-40B4-BE49-F238E27FC236}">
                <a16:creationId xmlns:a16="http://schemas.microsoft.com/office/drawing/2014/main" id="{64DF7B7A-132E-4766-A578-FA1B74EA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2890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8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Launchpad chooses a cluster before provisioning and keeps every later mutation on that target.</a:t>
            </a:r>
          </a:p>
        </p:txBody>
      </p:sp>
      <p:sp>
        <p:nvSpPr>
          <p:cNvPr id="1769" name="lifecycle-rule-label">
            <a:extLst xmlns:a="http://schemas.openxmlformats.org/drawingml/2006/main">
              <a:ext uri="{FF2B5EF4-FFF2-40B4-BE49-F238E27FC236}">
                <a16:creationId xmlns:a16="http://schemas.microsoft.com/office/drawing/2014/main" id="{737EA3BC-DC58-4574-96C5-86836825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38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Core rule</a:t>
            </a:r>
          </a:p>
        </p:txBody>
      </p:sp>
      <p:sp>
        <p:nvSpPr>
          <p:cNvPr id="1770" name="lifecycle-rule">
            <a:extLst xmlns:a="http://schemas.openxmlformats.org/drawingml/2006/main">
              <a:ext uri="{FF2B5EF4-FFF2-40B4-BE49-F238E27FC236}">
                <a16:creationId xmlns:a16="http://schemas.microsoft.com/office/drawing/2014/main" id="{E5C065EE-3CE4-4A1C-BF8C-AF64247B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24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0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cluster_ref = authority</a:t>
            </a:r>
          </a:p>
        </p:txBody>
      </p:sp>
      <p:sp>
        <p:nvSpPr>
          <p:cNvPr id="1771" name="lifecycle-rule-body">
            <a:extLst xmlns:a="http://schemas.openxmlformats.org/drawingml/2006/main">
              <a:ext uri="{FF2B5EF4-FFF2-40B4-BE49-F238E27FC236}">
                <a16:creationId xmlns:a16="http://schemas.microsoft.com/office/drawing/2014/main" id="{8F9CED6B-49CA-4646-A91E-A4DF2B70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53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No fallback target, silent workshop split, or cross-cluster cleanup retry.</a:t>
            </a:r>
          </a:p>
        </p:txBody>
      </p:sp>
      <p:sp>
        <p:nvSpPr>
          <p:cNvPr id="1772" name="lifecycle-step-1-title">
            <a:extLst xmlns:a="http://schemas.openxmlformats.org/drawingml/2006/main">
              <a:ext uri="{FF2B5EF4-FFF2-40B4-BE49-F238E27FC236}">
                <a16:creationId xmlns:a16="http://schemas.microsoft.com/office/drawing/2014/main" id="{96E8F33C-2B44-4099-B933-B9A07BA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2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01 Place</a:t>
            </a:r>
          </a:p>
        </p:txBody>
      </p:sp>
      <p:sp>
        <p:nvSpPr>
          <p:cNvPr id="1773" name="lifecycle-step-1-body">
            <a:extLst xmlns:a="http://schemas.openxmlformats.org/drawingml/2006/main">
              <a:ext uri="{FF2B5EF4-FFF2-40B4-BE49-F238E27FC236}">
                <a16:creationId xmlns:a16="http://schemas.microsoft.com/office/drawing/2014/main" id="{EFF9A5A3-E9B4-48B5-AB2C-1A650A8B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859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Score health, capacity, capabilities, models, storage, ingress, and recent failure history.</a:t>
            </a:r>
          </a:p>
        </p:txBody>
      </p:sp>
      <p:sp>
        <p:nvSpPr>
          <p:cNvPr id="1774" name="lifecycle-step-2-title">
            <a:extLst xmlns:a="http://schemas.openxmlformats.org/drawingml/2006/main">
              <a:ext uri="{FF2B5EF4-FFF2-40B4-BE49-F238E27FC236}">
                <a16:creationId xmlns:a16="http://schemas.microsoft.com/office/drawing/2014/main" id="{86AD833D-9BF8-4FF4-8232-49BC0AB6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rPr>
              <a:t>02 Validate</a:t>
            </a:r>
          </a:p>
        </p:txBody>
      </p:sp>
      <p:sp>
        <p:nvSpPr>
          <p:cNvPr id="1775" name="lifecycle-step-2-body">
            <a:extLst xmlns:a="http://schemas.openxmlformats.org/drawingml/2006/main">
              <a:ext uri="{FF2B5EF4-FFF2-40B4-BE49-F238E27FC236}">
                <a16:creationId xmlns:a16="http://schemas.microsoft.com/office/drawing/2014/main" id="{BDCFA2C4-CECD-4FFD-8F57-9B1867B8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7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Require Showroom, terminal, operator or application function, model behavior, and namespace isolation.</a:t>
            </a:r>
          </a:p>
        </p:txBody>
      </p:sp>
      <p:sp>
        <p:nvSpPr>
          <p:cNvPr id="1776" name="lifecycle-step-3-title">
            <a:extLst xmlns:a="http://schemas.openxmlformats.org/drawingml/2006/main">
              <a:ext uri="{FF2B5EF4-FFF2-40B4-BE49-F238E27FC236}">
                <a16:creationId xmlns:a16="http://schemas.microsoft.com/office/drawing/2014/main" id="{864D8985-649A-489D-931C-01391555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24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A846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00A846"/>
                </a:solidFill>
                <a:latin typeface="Red Hat Display"/>
                <a:ea typeface="Red Hat Display"/>
                <a:cs typeface="Red Hat Display"/>
              </a:rPr>
              <a:t>03 Reclaim</a:t>
            </a:r>
          </a:p>
        </p:txBody>
      </p:sp>
      <p:sp>
        <p:nvSpPr>
          <p:cNvPr id="1777" name="lifecycle-step-3-body">
            <a:extLst xmlns:a="http://schemas.openxmlformats.org/drawingml/2006/main">
              <a:ext uri="{FF2B5EF4-FFF2-40B4-BE49-F238E27FC236}">
                <a16:creationId xmlns:a16="http://schemas.microsoft.com/office/drawing/2014/main" id="{6E94827A-356C-4FA6-A7AF-E439D0A7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482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Delete owned artifacts on the persisted target and prove zero namespace, Application, Route, key, or binding residue.</a:t>
            </a:r>
          </a:p>
        </p:txBody>
      </p:sp>
    </p:spTree>
    <p:extLst>
      <p:ext uri="{BB962C8B-B14F-4D97-AF65-F5344CB8AC3E}">
        <p14:creationId xmlns:p14="http://schemas.microsoft.com/office/powerpoint/2010/main" val="15994017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6" name="Google Shape;1766;p5">
            <a:extLst xmlns:a="http://schemas.openxmlformats.org/drawingml/2006/main">
              <a:ext uri="{FF2B5EF4-FFF2-40B4-BE49-F238E27FC236}">
                <a16:creationId xmlns:a16="http://schemas.microsoft.com/office/drawing/2014/main" id="{31AB9CEE-CD02-4670-876C-F2E34735FE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875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000" b="0" i="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 sz="1000" b="0" i="0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</a:endParaRPr>
          </a:p>
        </p:txBody>
      </p:sp>
      <p:sp>
        <p:nvSpPr>
          <p:cNvPr id="1767" name="Google Shape;1767;p5">
            <a:extLst xmlns:a="http://schemas.openxmlformats.org/drawingml/2006/main">
              <a:ext uri="{FF2B5EF4-FFF2-40B4-BE49-F238E27FC236}">
                <a16:creationId xmlns:a16="http://schemas.microsoft.com/office/drawing/2014/main" id="{25924A7D-B1AC-4687-904C-716A5CB15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8850" y="1111772"/>
            <a:ext cx="10422000" cy="55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sz="26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6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68" name="Google Shape;1768;p5">
            <a:extLst xmlns:a="http://schemas.openxmlformats.org/drawingml/2006/main">
              <a:ext uri="{FF2B5EF4-FFF2-40B4-BE49-F238E27FC236}">
                <a16:creationId xmlns:a16="http://schemas.microsoft.com/office/drawing/2014/main" id="{1D8327DB-F0C0-44F4-883B-40922EE2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3" y="1905000"/>
            <a:ext cx="3286200" cy="4048200"/>
          </a:xfrm>
          <a:prstGeom xmlns:a="http://schemas.openxmlformats.org/drawingml/2006/main" prst="roundRect">
            <a:avLst>
              <a:gd name="adj" fmla="val 231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9" name="Google Shape;1769;p5">
            <a:extLst xmlns:a="http://schemas.openxmlformats.org/drawingml/2006/main">
              <a:ext uri="{FF2B5EF4-FFF2-40B4-BE49-F238E27FC236}">
                <a16:creationId xmlns:a16="http://schemas.microsoft.com/office/drawing/2014/main" id="{5A087DDF-87EB-44DA-8304-486A099F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6" y="1827625"/>
            <a:ext cx="3286200" cy="304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5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70" name="Google Shape;1770;p5">
            <a:extLst xmlns:a="http://schemas.openxmlformats.org/drawingml/2006/main">
              <a:ext uri="{FF2B5EF4-FFF2-40B4-BE49-F238E27FC236}">
                <a16:creationId xmlns:a16="http://schemas.microsoft.com/office/drawing/2014/main" id="{342AC6D8-CE66-47F4-9251-84D28F5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747" y="1905000"/>
            <a:ext cx="3286200" cy="4048200"/>
          </a:xfrm>
          <a:prstGeom xmlns:a="http://schemas.openxmlformats.org/drawingml/2006/main" prst="roundRect">
            <a:avLst>
              <a:gd name="adj" fmla="val 231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1" name="Google Shape;1771;p5">
            <a:extLst xmlns:a="http://schemas.openxmlformats.org/drawingml/2006/main">
              <a:ext uri="{FF2B5EF4-FFF2-40B4-BE49-F238E27FC236}">
                <a16:creationId xmlns:a16="http://schemas.microsoft.com/office/drawing/2014/main" id="{FF95A723-B7CE-4351-8908-F870CEE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747" y="1905000"/>
            <a:ext cx="3286200" cy="40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5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72" name="Google Shape;1772;p5">
            <a:extLst xmlns:a="http://schemas.openxmlformats.org/drawingml/2006/main">
              <a:ext uri="{FF2B5EF4-FFF2-40B4-BE49-F238E27FC236}">
                <a16:creationId xmlns:a16="http://schemas.microsoft.com/office/drawing/2014/main" id="{38A2E6FD-9F3D-4DDA-AE17-8FC0C48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623" y="1905000"/>
            <a:ext cx="3286200" cy="4048200"/>
          </a:xfrm>
          <a:prstGeom xmlns:a="http://schemas.openxmlformats.org/drawingml/2006/main" prst="roundRect">
            <a:avLst>
              <a:gd name="adj" fmla="val 2318"/>
            </a:avLst>
          </a:prstGeom>
          <a:solidFill xmlns:a="http://schemas.openxmlformats.org/drawingml/2006/main">
            <a:srgbClr val="F4FDF7"/>
          </a:solidFill>
          <a:ln xmlns:a="http://schemas.openxmlformats.org/drawingml/2006/main" w="14300" cmpd="sng">
            <a:solidFill>
              <a:srgbClr val="A7F3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3" name="Google Shape;1773;p5">
            <a:extLst xmlns:a="http://schemas.openxmlformats.org/drawingml/2006/main">
              <a:ext uri="{FF2B5EF4-FFF2-40B4-BE49-F238E27FC236}">
                <a16:creationId xmlns:a16="http://schemas.microsoft.com/office/drawing/2014/main" id="{67EF12A7-B5E9-4E18-8E35-A6C09FF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623" y="1905000"/>
            <a:ext cx="3286200" cy="40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5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74" name="slide-5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9E1B45FE-3FEF-47B4-A6F2-CEA173A8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5" name="slide-5-footer-mask">
            <a:extLst xmlns:a="http://schemas.openxmlformats.org/drawingml/2006/main">
              <a:ext uri="{FF2B5EF4-FFF2-40B4-BE49-F238E27FC236}">
                <a16:creationId xmlns:a16="http://schemas.microsoft.com/office/drawing/2014/main" id="{F4488E19-AB87-47FB-8263-13089EB3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6" name="slide-5-kicker">
            <a:extLst xmlns:a="http://schemas.openxmlformats.org/drawingml/2006/main">
              <a:ext uri="{FF2B5EF4-FFF2-40B4-BE49-F238E27FC236}">
                <a16:creationId xmlns:a16="http://schemas.microsoft.com/office/drawing/2014/main" id="{36F40415-613A-45E0-AE05-6398D66C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Live demonstration</a:t>
            </a:r>
          </a:p>
        </p:txBody>
      </p:sp>
      <p:sp>
        <p:nvSpPr>
          <p:cNvPr id="1777" name="slide-5-classification">
            <a:extLst xmlns:a="http://schemas.openxmlformats.org/drawingml/2006/main">
              <a:ext uri="{FF2B5EF4-FFF2-40B4-BE49-F238E27FC236}">
                <a16:creationId xmlns:a16="http://schemas.microsoft.com/office/drawing/2014/main" id="{8AB5C3CC-E2D0-4700-BC8D-4E75B7A0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78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502AFD6C-AE03-46F0-A6FA-76C61AC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05</a:t>
            </a:r>
          </a:p>
        </p:txBody>
      </p:sp>
      <p:sp>
        <p:nvSpPr>
          <p:cNvPr id="1779" name="walkthrough-title">
            <a:extLst xmlns:a="http://schemas.openxmlformats.org/drawingml/2006/main">
              <a:ext uri="{FF2B5EF4-FFF2-40B4-BE49-F238E27FC236}">
                <a16:creationId xmlns:a16="http://schemas.microsoft.com/office/drawing/2014/main" id="{1C817B0F-DC03-451C-BEF6-45C7474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906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32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Twenty minutes. One repeatable walkthrough.</a:t>
            </a:r>
          </a:p>
        </p:txBody>
      </p:sp>
      <p:sp>
        <p:nvSpPr>
          <p:cNvPr id="1780" name="walkthrough-1-title">
            <a:extLst xmlns:a="http://schemas.openxmlformats.org/drawingml/2006/main">
              <a:ext uri="{FF2B5EF4-FFF2-40B4-BE49-F238E27FC236}">
                <a16:creationId xmlns:a16="http://schemas.microsoft.com/office/drawing/2014/main" id="{2D7FA49C-F7FD-475B-B826-849F8358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43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1 · Order</a:t>
            </a:r>
          </a:p>
        </p:txBody>
      </p:sp>
      <p:sp>
        <p:nvSpPr>
          <p:cNvPr id="1781" name="walkthrough-1-1-label">
            <a:extLst xmlns:a="http://schemas.openxmlformats.org/drawingml/2006/main">
              <a:ext uri="{FF2B5EF4-FFF2-40B4-BE49-F238E27FC236}">
                <a16:creationId xmlns:a16="http://schemas.microsoft.com/office/drawing/2014/main" id="{C01375AF-BC98-45C3-AE21-1C782646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Catalog</a:t>
            </a:r>
          </a:p>
        </p:txBody>
      </p:sp>
      <p:sp>
        <p:nvSpPr>
          <p:cNvPr id="1782" name="walkthrough-1-1-body">
            <a:extLst xmlns:a="http://schemas.openxmlformats.org/drawingml/2006/main">
              <a:ext uri="{FF2B5EF4-FFF2-40B4-BE49-F238E27FC236}">
                <a16:creationId xmlns:a16="http://schemas.microsoft.com/office/drawing/2014/main" id="{D96A01C1-518D-4064-8C84-708A2F96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57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Versioned content and workload</a:t>
            </a:r>
          </a:p>
        </p:txBody>
      </p:sp>
      <p:sp>
        <p:nvSpPr>
          <p:cNvPr id="1783" name="walkthrough-1-2-label">
            <a:extLst xmlns:a="http://schemas.openxmlformats.org/drawingml/2006/main">
              <a:ext uri="{FF2B5EF4-FFF2-40B4-BE49-F238E27FC236}">
                <a16:creationId xmlns:a16="http://schemas.microsoft.com/office/drawing/2014/main" id="{1ED5C8FC-26BD-4AA7-8838-DC6E78F6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432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Capacity</a:t>
            </a:r>
          </a:p>
        </p:txBody>
      </p:sp>
      <p:sp>
        <p:nvSpPr>
          <p:cNvPr id="1784" name="walkthrough-1-2-body">
            <a:extLst xmlns:a="http://schemas.openxmlformats.org/drawingml/2006/main">
              <a:ext uri="{FF2B5EF4-FFF2-40B4-BE49-F238E27FC236}">
                <a16:creationId xmlns:a16="http://schemas.microsoft.com/office/drawing/2014/main" id="{E9FC203D-F305-40C7-81E7-C3BF1450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814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Complete-order fit</a:t>
            </a:r>
          </a:p>
        </p:txBody>
      </p:sp>
      <p:sp>
        <p:nvSpPr>
          <p:cNvPr id="1785" name="walkthrough-1-3-label">
            <a:extLst xmlns:a="http://schemas.openxmlformats.org/drawingml/2006/main">
              <a:ext uri="{FF2B5EF4-FFF2-40B4-BE49-F238E27FC236}">
                <a16:creationId xmlns:a16="http://schemas.microsoft.com/office/drawing/2014/main" id="{16F66A1D-4C0B-4286-BF5F-1C1DE1EC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Placement</a:t>
            </a:r>
          </a:p>
        </p:txBody>
      </p:sp>
      <p:sp>
        <p:nvSpPr>
          <p:cNvPr id="1786" name="walkthrough-1-3-body">
            <a:extLst xmlns:a="http://schemas.openxmlformats.org/drawingml/2006/main">
              <a:ext uri="{FF2B5EF4-FFF2-40B4-BE49-F238E27FC236}">
                <a16:creationId xmlns:a16="http://schemas.microsoft.com/office/drawing/2014/main" id="{D0AEAB7D-EB5F-4E78-A9F9-4EBE2E43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05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Persisted target before create</a:t>
            </a:r>
          </a:p>
        </p:txBody>
      </p:sp>
      <p:sp>
        <p:nvSpPr>
          <p:cNvPr id="1787" name="walkthrough-1-outcome">
            <a:extLst xmlns:a="http://schemas.openxmlformats.org/drawingml/2006/main">
              <a:ext uri="{FF2B5EF4-FFF2-40B4-BE49-F238E27FC236}">
                <a16:creationId xmlns:a16="http://schemas.microsoft.com/office/drawing/2014/main" id="{F469D480-AA4C-4923-B2DE-D5610100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530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Prove intent and cluster assignment</a:t>
            </a:r>
          </a:p>
        </p:txBody>
      </p:sp>
      <p:sp>
        <p:nvSpPr>
          <p:cNvPr id="1788" name="walkthrough-2-title">
            <a:extLst xmlns:a="http://schemas.openxmlformats.org/drawingml/2006/main">
              <a:ext uri="{FF2B5EF4-FFF2-40B4-BE49-F238E27FC236}">
                <a16:creationId xmlns:a16="http://schemas.microsoft.com/office/drawing/2014/main" id="{F5D670D2-1A8E-40CE-A91F-0FBA3A20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43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2 · Use</a:t>
            </a:r>
          </a:p>
        </p:txBody>
      </p:sp>
      <p:sp>
        <p:nvSpPr>
          <p:cNvPr id="1789" name="walkthrough-2-1-label">
            <a:extLst xmlns:a="http://schemas.openxmlformats.org/drawingml/2006/main">
              <a:ext uri="{FF2B5EF4-FFF2-40B4-BE49-F238E27FC236}">
                <a16:creationId xmlns:a16="http://schemas.microsoft.com/office/drawing/2014/main" id="{01A08A40-45B1-4FA5-AE00-CF096BAE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Admin</a:t>
            </a:r>
          </a:p>
        </p:txBody>
      </p:sp>
      <p:sp>
        <p:nvSpPr>
          <p:cNvPr id="1790" name="walkthrough-2-1-body">
            <a:extLst xmlns:a="http://schemas.openxmlformats.org/drawingml/2006/main">
              <a:ext uri="{FF2B5EF4-FFF2-40B4-BE49-F238E27FC236}">
                <a16:creationId xmlns:a16="http://schemas.microsoft.com/office/drawing/2014/main" id="{9BE224B4-0EE4-4BE6-B12D-D157BA93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Workshop, seat, and failure state</a:t>
            </a:r>
          </a:p>
        </p:txBody>
      </p:sp>
      <p:sp>
        <p:nvSpPr>
          <p:cNvPr id="1791" name="walkthrough-2-2-label">
            <a:extLst xmlns:a="http://schemas.openxmlformats.org/drawingml/2006/main">
              <a:ext uri="{FF2B5EF4-FFF2-40B4-BE49-F238E27FC236}">
                <a16:creationId xmlns:a16="http://schemas.microsoft.com/office/drawing/2014/main" id="{01E78F93-B086-446F-9D7F-4271A3B1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432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Participant</a:t>
            </a:r>
          </a:p>
        </p:txBody>
      </p:sp>
      <p:sp>
        <p:nvSpPr>
          <p:cNvPr id="1792" name="walkthrough-2-2-body">
            <a:extLst xmlns:a="http://schemas.openxmlformats.org/drawingml/2006/main">
              <a:ext uri="{FF2B5EF4-FFF2-40B4-BE49-F238E27FC236}">
                <a16:creationId xmlns:a16="http://schemas.microsoft.com/office/drawing/2014/main" id="{994788BC-946D-403F-A396-A4BC8AF4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Showroom, terminal, operator</a:t>
            </a:r>
          </a:p>
        </p:txBody>
      </p:sp>
      <p:sp>
        <p:nvSpPr>
          <p:cNvPr id="1793" name="walkthrough-2-3-label">
            <a:extLst xmlns:a="http://schemas.openxmlformats.org/drawingml/2006/main">
              <a:ext uri="{FF2B5EF4-FFF2-40B4-BE49-F238E27FC236}">
                <a16:creationId xmlns:a16="http://schemas.microsoft.com/office/drawing/2014/main" id="{5684AF9A-F35B-4255-A08E-BC8785BB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Function</a:t>
            </a:r>
          </a:p>
        </p:txBody>
      </p:sp>
      <p:sp>
        <p:nvSpPr>
          <p:cNvPr id="1794" name="walkthrough-2-3-body">
            <a:extLst xmlns:a="http://schemas.openxmlformats.org/drawingml/2006/main">
              <a:ext uri="{FF2B5EF4-FFF2-40B4-BE49-F238E27FC236}">
                <a16:creationId xmlns:a16="http://schemas.microsoft.com/office/drawing/2014/main" id="{6FB74748-F3FB-41EC-8258-7EE53EC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Agent or model journey</a:t>
            </a:r>
          </a:p>
        </p:txBody>
      </p:sp>
      <p:sp>
        <p:nvSpPr>
          <p:cNvPr id="1795" name="walkthrough-2-outcome">
            <a:extLst xmlns:a="http://schemas.openxmlformats.org/drawingml/2006/main">
              <a:ext uri="{FF2B5EF4-FFF2-40B4-BE49-F238E27FC236}">
                <a16:creationId xmlns:a16="http://schemas.microsoft.com/office/drawing/2014/main" id="{BFCBBA70-59B3-4E57-B127-3017180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Prove learner function and isolation</a:t>
            </a:r>
          </a:p>
        </p:txBody>
      </p:sp>
      <p:sp>
        <p:nvSpPr>
          <p:cNvPr id="1796" name="walkthrough-3-title">
            <a:extLst xmlns:a="http://schemas.openxmlformats.org/drawingml/2006/main">
              <a:ext uri="{FF2B5EF4-FFF2-40B4-BE49-F238E27FC236}">
                <a16:creationId xmlns:a16="http://schemas.microsoft.com/office/drawing/2014/main" id="{77AB8479-FF45-4B80-AEF9-A297A76A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43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3 · Reclaim</a:t>
            </a:r>
          </a:p>
        </p:txBody>
      </p:sp>
      <p:sp>
        <p:nvSpPr>
          <p:cNvPr id="1797" name="walkthrough-3-1-label">
            <a:extLst xmlns:a="http://schemas.openxmlformats.org/drawingml/2006/main">
              <a:ext uri="{FF2B5EF4-FFF2-40B4-BE49-F238E27FC236}">
                <a16:creationId xmlns:a16="http://schemas.microsoft.com/office/drawing/2014/main" id="{D976C1F5-29B4-472C-96B9-8E876E85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rPr>
              <a:t>Group action</a:t>
            </a:r>
          </a:p>
        </p:txBody>
      </p:sp>
      <p:sp>
        <p:nvSpPr>
          <p:cNvPr id="1798" name="walkthrough-3-1-body">
            <a:extLst xmlns:a="http://schemas.openxmlformats.org/drawingml/2006/main">
              <a:ext uri="{FF2B5EF4-FFF2-40B4-BE49-F238E27FC236}">
                <a16:creationId xmlns:a16="http://schemas.microsoft.com/office/drawing/2014/main" id="{A9288B99-1666-4DE9-A8F9-FF226F6A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57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One workshop reclaim</a:t>
            </a:r>
          </a:p>
        </p:txBody>
      </p:sp>
      <p:sp>
        <p:nvSpPr>
          <p:cNvPr id="1799" name="walkthrough-3-2-label">
            <a:extLst xmlns:a="http://schemas.openxmlformats.org/drawingml/2006/main">
              <a:ext uri="{FF2B5EF4-FFF2-40B4-BE49-F238E27FC236}">
                <a16:creationId xmlns:a16="http://schemas.microsoft.com/office/drawing/2014/main" id="{B6E69030-C975-4FCA-BA47-199A3888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432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rPr>
              <a:t>Verification</a:t>
            </a:r>
          </a:p>
        </p:txBody>
      </p:sp>
      <p:sp>
        <p:nvSpPr>
          <p:cNvPr id="1800" name="walkthrough-3-2-body">
            <a:extLst xmlns:a="http://schemas.openxmlformats.org/drawingml/2006/main">
              <a:ext uri="{FF2B5EF4-FFF2-40B4-BE49-F238E27FC236}">
                <a16:creationId xmlns:a16="http://schemas.microsoft.com/office/drawing/2014/main" id="{46DD9BD4-5165-49E4-8234-CA90295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814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Owned resources absent</a:t>
            </a:r>
          </a:p>
        </p:txBody>
      </p:sp>
      <p:sp>
        <p:nvSpPr>
          <p:cNvPr id="1801" name="walkthrough-3-3-label">
            <a:extLst xmlns:a="http://schemas.openxmlformats.org/drawingml/2006/main">
              <a:ext uri="{FF2B5EF4-FFF2-40B4-BE49-F238E27FC236}">
                <a16:creationId xmlns:a16="http://schemas.microsoft.com/office/drawing/2014/main" id="{ED42D478-546F-4A42-A34E-0E25B89B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rPr>
              <a:t>Evidence</a:t>
            </a:r>
          </a:p>
        </p:txBody>
      </p:sp>
      <p:sp>
        <p:nvSpPr>
          <p:cNvPr id="1802" name="walkthrough-3-3-body">
            <a:extLst xmlns:a="http://schemas.openxmlformats.org/drawingml/2006/main">
              <a:ext uri="{FF2B5EF4-FFF2-40B4-BE49-F238E27FC236}">
                <a16:creationId xmlns:a16="http://schemas.microsoft.com/office/drawing/2014/main" id="{A601DDD7-CA9B-47A4-B5D4-3642A4C9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05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Hashes, timing, audit events</a:t>
            </a:r>
          </a:p>
        </p:txBody>
      </p:sp>
      <p:sp>
        <p:nvSpPr>
          <p:cNvPr id="1803" name="walkthrough-3-outcome">
            <a:extLst xmlns:a="http://schemas.openxmlformats.org/drawingml/2006/main">
              <a:ext uri="{FF2B5EF4-FFF2-40B4-BE49-F238E27FC236}">
                <a16:creationId xmlns:a16="http://schemas.microsoft.com/office/drawing/2014/main" id="{C6CA79BE-BCD3-4612-8F6C-BA590B9C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530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Prove idempotence and zero residue</a:t>
            </a:r>
          </a:p>
        </p:txBody>
      </p:sp>
    </p:spTree>
    <p:extLst>
      <p:ext uri="{BB962C8B-B14F-4D97-AF65-F5344CB8AC3E}">
        <p14:creationId xmlns:p14="http://schemas.microsoft.com/office/powerpoint/2010/main" val="9173376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99" name="Google Shape;1779;p6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00" name="Google Shape;1780;p6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01" name="Google Shape;178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6ff344101445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82" name="Google Shape;1782;p6">
            <a:extLst xmlns:a="http://schemas.openxmlformats.org/drawingml/2006/main">
              <a:ext uri="{FF2B5EF4-FFF2-40B4-BE49-F238E27FC236}">
                <a16:creationId xmlns:a16="http://schemas.microsoft.com/office/drawing/2014/main" id="{223F1277-FEEB-4A25-A0B8-AB4D402218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83" name="Google Shape;1783;p6">
            <a:extLst xmlns:a="http://schemas.openxmlformats.org/drawingml/2006/main">
              <a:ext uri="{FF2B5EF4-FFF2-40B4-BE49-F238E27FC236}">
                <a16:creationId xmlns:a16="http://schemas.microsoft.com/office/drawing/2014/main" id="{CB2AA384-50A4-4C43-9FCB-EF732603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5720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800" b="1" i="0" u="none" cap="none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84" name="Google Shape;1784;p6">
            <a:extLst xmlns:a="http://schemas.openxmlformats.org/drawingml/2006/main">
              <a:ext uri="{FF2B5EF4-FFF2-40B4-BE49-F238E27FC236}">
                <a16:creationId xmlns:a16="http://schemas.microsoft.com/office/drawing/2014/main" id="{918A8E72-E18D-4149-8F5A-347DD190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725" y="1333500"/>
            <a:ext cx="6694200" cy="4000500"/>
          </a:xfrm>
          <a:prstGeom xmlns:a="http://schemas.openxmlformats.org/drawingml/2006/main" prst="roundRect">
            <a:avLst>
              <a:gd name="adj" fmla="val 1904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805" name="Google Shape;1785;p6"/>
          <p:cNvGraphicFramePr/>
          <p:nvPr/>
        </p:nvGraphicFramePr>
        <p:xfrm>
          <a:off xmlns:a="http://schemas.openxmlformats.org/drawingml/2006/main" x="4735725" y="152400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{B702B0A0-6DC0-4966-90C7-FB65AAF690CD}</a:tableStyleId>
              </a:tblPr>
              <a:tblGrid>
                <a:gridCol w="2236575"/>
                <a:gridCol w="1066800"/>
                <a:gridCol w="1033850"/>
                <a:gridCol w="1099750"/>
                <a:gridCol w="1066800"/>
              </a:tblGrid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Workshop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Cluster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Seats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Function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Cleanup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</a:tr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Multi-Agent</a:t>
                      </a:r>
                      <a:endParaRPr sz="1400" b="1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Arena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66CC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25 / 25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A846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GREEN</a:t>
                      </a:r>
                      <a:endParaRPr sz="1400" b="1" u="none" cap="none">
                        <a:solidFill>
                          <a:srgbClr val="22C55E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zero</a:t>
                      </a:r>
                      <a:endParaRPr sz="1400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Serve LLMs</a:t>
                      </a:r>
                      <a:endParaRPr sz="1400" b="1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Arena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66CC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25 / 25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A846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GREEN</a:t>
                      </a:r>
                      <a:endParaRPr sz="1400" b="1" u="none" cap="none">
                        <a:solidFill>
                          <a:srgbClr val="22C55E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zero</a:t>
                      </a:r>
                      <a:endParaRPr sz="1400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Agent 201</a:t>
                      </a:r>
                      <a:endParaRPr sz="1400" b="1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Brutus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66CC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25 / 25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A846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GREEN</a:t>
                      </a:r>
                      <a:endParaRPr sz="1400" b="1" u="none" cap="none">
                        <a:solidFill>
                          <a:srgbClr val="EE000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zero</a:t>
                      </a:r>
                      <a:endParaRPr sz="1400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Fleet total</a:t>
                      </a:r>
                      <a:endParaRPr sz="1400" b="1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2 targets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66CC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75 / 75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A846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GREEN</a:t>
                      </a:r>
                      <a:endParaRPr sz="1400" b="1" u="none" cap="none">
                        <a:solidFill>
                          <a:srgbClr val="EE000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zero</a:t>
                      </a:r>
                      <a:endParaRPr sz="1400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787" name="slide-6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70558DB4-D195-47FB-8834-5F66D585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8" name="slide-6-footer-mask">
            <a:extLst xmlns:a="http://schemas.openxmlformats.org/drawingml/2006/main">
              <a:ext uri="{FF2B5EF4-FFF2-40B4-BE49-F238E27FC236}">
                <a16:creationId xmlns:a16="http://schemas.microsoft.com/office/drawing/2014/main" id="{F8E415C3-1D9E-4EA4-A764-8E0F7753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9" name="slide-6-kicker">
            <a:extLst xmlns:a="http://schemas.openxmlformats.org/drawingml/2006/main">
              <a:ext uri="{FF2B5EF4-FFF2-40B4-BE49-F238E27FC236}">
                <a16:creationId xmlns:a16="http://schemas.microsoft.com/office/drawing/2014/main" id="{70BFB183-1A86-4237-935C-34984F7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Exact pilot result</a:t>
            </a:r>
          </a:p>
        </p:txBody>
      </p:sp>
      <p:sp>
        <p:nvSpPr>
          <p:cNvPr id="1790" name="slide-6-classification">
            <a:extLst xmlns:a="http://schemas.openxmlformats.org/drawingml/2006/main">
              <a:ext uri="{FF2B5EF4-FFF2-40B4-BE49-F238E27FC236}">
                <a16:creationId xmlns:a16="http://schemas.microsoft.com/office/drawing/2014/main" id="{EAD06BDF-2CBC-43A3-8017-895A38C0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91" name="slide-6-footer">
            <a:extLst xmlns:a="http://schemas.openxmlformats.org/drawingml/2006/main">
              <a:ext uri="{FF2B5EF4-FFF2-40B4-BE49-F238E27FC236}">
                <a16:creationId xmlns:a16="http://schemas.microsoft.com/office/drawing/2014/main" id="{4C5AB376-13F3-453B-A33C-D23BCF7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06</a:t>
            </a:r>
          </a:p>
        </p:txBody>
      </p:sp>
      <p:sp>
        <p:nvSpPr>
          <p:cNvPr id="1792" name="proof-headline">
            <a:extLst xmlns:a="http://schemas.openxmlformats.org/drawingml/2006/main">
              <a:ext uri="{FF2B5EF4-FFF2-40B4-BE49-F238E27FC236}">
                <a16:creationId xmlns:a16="http://schemas.microsoft.com/office/drawing/2014/main" id="{9FA948E6-EB3B-4BE0-BCBE-3BBA9E77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40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Three workshops.</a:t>
            </a:r>
          </a:p>
          <a:p xmlns:a="http://schemas.openxmlformats.org/drawingml/2006/main">
            <a:pPr>
              <a:defRPr sz="240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40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Seventy-five participants.</a:t>
            </a:r>
          </a:p>
        </p:txBody>
      </p:sp>
      <p:sp>
        <p:nvSpPr>
          <p:cNvPr id="1793" name="proof-provision-label">
            <a:extLst xmlns:a="http://schemas.openxmlformats.org/drawingml/2006/main">
              <a:ext uri="{FF2B5EF4-FFF2-40B4-BE49-F238E27FC236}">
                <a16:creationId xmlns:a16="http://schemas.microsoft.com/office/drawing/2014/main" id="{88419E39-5F3D-4372-9B9E-A2ED44E8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Provisioning</a:t>
            </a:r>
          </a:p>
        </p:txBody>
      </p:sp>
      <p:sp>
        <p:nvSpPr>
          <p:cNvPr id="1794" name="proof-provision-value">
            <a:extLst xmlns:a="http://schemas.openxmlformats.org/drawingml/2006/main">
              <a:ext uri="{FF2B5EF4-FFF2-40B4-BE49-F238E27FC236}">
                <a16:creationId xmlns:a16="http://schemas.microsoft.com/office/drawing/2014/main" id="{0BEE22D6-DF44-4E38-B014-39771C2A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Three independent 25-seat orders, created in a controlled stagger.</a:t>
            </a:r>
          </a:p>
        </p:txBody>
      </p:sp>
      <p:sp>
        <p:nvSpPr>
          <p:cNvPr id="1795" name="proof-use-label">
            <a:extLst xmlns:a="http://schemas.openxmlformats.org/drawingml/2006/main">
              <a:ext uri="{FF2B5EF4-FFF2-40B4-BE49-F238E27FC236}">
                <a16:creationId xmlns:a16="http://schemas.microsoft.com/office/drawing/2014/main" id="{B1CB1FE8-1B96-4856-9A88-EFC272C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Participant use</a:t>
            </a:r>
          </a:p>
        </p:txBody>
      </p:sp>
      <p:sp>
        <p:nvSpPr>
          <p:cNvPr id="1796" name="proof-use-value">
            <a:extLst xmlns:a="http://schemas.openxmlformats.org/drawingml/2006/main">
              <a:ext uri="{FF2B5EF4-FFF2-40B4-BE49-F238E27FC236}">
                <a16:creationId xmlns:a16="http://schemas.microsoft.com/office/drawing/2014/main" id="{F0D29131-BCF8-4781-9A64-9E4591E4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75 catalog-specific journeys completed with overlap.</a:t>
            </a:r>
          </a:p>
        </p:txBody>
      </p:sp>
      <p:sp>
        <p:nvSpPr>
          <p:cNvPr id="1797" name="proof-cleanup-label">
            <a:extLst xmlns:a="http://schemas.openxmlformats.org/drawingml/2006/main">
              <a:ext uri="{FF2B5EF4-FFF2-40B4-BE49-F238E27FC236}">
                <a16:creationId xmlns:a16="http://schemas.microsoft.com/office/drawing/2014/main" id="{3BFB5252-BFCD-42A2-A721-8D79124D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Cleanup</a:t>
            </a:r>
          </a:p>
        </p:txBody>
      </p:sp>
      <p:sp>
        <p:nvSpPr>
          <p:cNvPr id="1798" name="proof-cleanup-value">
            <a:extLst xmlns:a="http://schemas.openxmlformats.org/drawingml/2006/main">
              <a:ext uri="{FF2B5EF4-FFF2-40B4-BE49-F238E27FC236}">
                <a16:creationId xmlns:a16="http://schemas.microsoft.com/office/drawing/2014/main" id="{AD214095-B6EE-4066-B630-7B5B76E1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75 seats reclaimed with zero run namespaces or Applications remaining.</a:t>
            </a:r>
          </a:p>
        </p:txBody>
      </p:sp>
    </p:spTree>
    <p:extLst>
      <p:ext uri="{BB962C8B-B14F-4D97-AF65-F5344CB8AC3E}">
        <p14:creationId xmlns:p14="http://schemas.microsoft.com/office/powerpoint/2010/main" val="3165145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17" name="Google Shape;1791;p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18" name="Google Shape;1792;p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19" name="Google Shape;179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8df19de13b49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94" name="Google Shape;1794;p7">
            <a:extLst xmlns:a="http://schemas.openxmlformats.org/drawingml/2006/main">
              <a:ext uri="{FF2B5EF4-FFF2-40B4-BE49-F238E27FC236}">
                <a16:creationId xmlns:a16="http://schemas.microsoft.com/office/drawing/2014/main" id="{6B66885B-21AF-46D5-8F00-D6E92FA125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95" name="Google Shape;1795;p7">
            <a:extLst xmlns:a="http://schemas.openxmlformats.org/drawingml/2006/main">
              <a:ext uri="{FF2B5EF4-FFF2-40B4-BE49-F238E27FC236}">
                <a16:creationId xmlns:a16="http://schemas.microsoft.com/office/drawing/2014/main" id="{93D7954A-30C2-46DD-BA2C-4B97D010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1000125"/>
            <a:ext cx="1042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6" name="Google Shape;1796;p7">
            <a:extLst xmlns:a="http://schemas.openxmlformats.org/drawingml/2006/main">
              <a:ext uri="{FF2B5EF4-FFF2-40B4-BE49-F238E27FC236}">
                <a16:creationId xmlns:a16="http://schemas.microsoft.com/office/drawing/2014/main" id="{4557F684-F8B0-4479-80F2-4928CFF9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1000125"/>
            <a:ext cx="1042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800" b="1" i="0" u="none" cap="none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97" name="Google Shape;1797;p7">
            <a:extLst xmlns:a="http://schemas.openxmlformats.org/drawingml/2006/main">
              <a:ext uri="{FF2B5EF4-FFF2-40B4-BE49-F238E27FC236}">
                <a16:creationId xmlns:a16="http://schemas.microsoft.com/office/drawing/2014/main" id="{CF7FF5A3-A567-43BA-A16F-680A635A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1857375"/>
            <a:ext cx="10422300" cy="1095300"/>
          </a:xfrm>
          <a:prstGeom xmlns:a="http://schemas.openxmlformats.org/drawingml/2006/main" prst="roundRect">
            <a:avLst>
              <a:gd name="adj" fmla="val 6956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8" name="Google Shape;1798;p7">
            <a:extLst xmlns:a="http://schemas.openxmlformats.org/drawingml/2006/main">
              <a:ext uri="{FF2B5EF4-FFF2-40B4-BE49-F238E27FC236}">
                <a16:creationId xmlns:a16="http://schemas.microsoft.com/office/drawing/2014/main" id="{C1364786-664C-484E-BCBB-B7B9EF0B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1857375"/>
            <a:ext cx="10422300" cy="10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0" rIns="2286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6B728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000" b="1" i="0" u="none" cap="none">
              <a:solidFill>
                <a:srgbClr val="6B728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99" name="Google Shape;1799;p7">
            <a:extLst xmlns:a="http://schemas.openxmlformats.org/drawingml/2006/main">
              <a:ext uri="{FF2B5EF4-FFF2-40B4-BE49-F238E27FC236}">
                <a16:creationId xmlns:a16="http://schemas.microsoft.com/office/drawing/2014/main" id="{BE97F5B6-9562-4BEE-A3D9-9C4E687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3143250"/>
            <a:ext cx="5067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0" name="Google Shape;1800;p7">
            <a:extLst xmlns:a="http://schemas.openxmlformats.org/drawingml/2006/main">
              <a:ext uri="{FF2B5EF4-FFF2-40B4-BE49-F238E27FC236}">
                <a16:creationId xmlns:a16="http://schemas.microsoft.com/office/drawing/2014/main" id="{16FE5387-5DB7-4D7B-B575-CF83D677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3143250"/>
            <a:ext cx="5067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071C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800" b="1" i="0" u="none" cap="none">
              <a:solidFill>
                <a:srgbClr val="0071C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801" name="Google Shape;1801;p7">
            <a:extLst xmlns:a="http://schemas.openxmlformats.org/drawingml/2006/main">
              <a:ext uri="{FF2B5EF4-FFF2-40B4-BE49-F238E27FC236}">
                <a16:creationId xmlns:a16="http://schemas.microsoft.com/office/drawing/2014/main" id="{DE2504B7-A506-42CF-A70B-30FC9B78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827" y="3143250"/>
            <a:ext cx="5067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DF7"/>
          </a:solidFill>
          <a:ln xmlns:a="http://schemas.openxmlformats.org/drawingml/2006/main" w="14300" cmpd="sng">
            <a:solidFill>
              <a:srgbClr val="A7F3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2" name="Google Shape;1802;p7">
            <a:extLst xmlns:a="http://schemas.openxmlformats.org/drawingml/2006/main">
              <a:ext uri="{FF2B5EF4-FFF2-40B4-BE49-F238E27FC236}">
                <a16:creationId xmlns:a16="http://schemas.microsoft.com/office/drawing/2014/main" id="{33C49C4C-8007-4777-A242-9097354B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827" y="3143250"/>
            <a:ext cx="5067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65F46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800" b="1" i="0" u="none" cap="none">
              <a:solidFill>
                <a:srgbClr val="065F46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804" name="slide-7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7C0740C1-1005-4FC5-9890-30FCAA11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5" name="slide-7-footer-mask">
            <a:extLst xmlns:a="http://schemas.openxmlformats.org/drawingml/2006/main">
              <a:ext uri="{FF2B5EF4-FFF2-40B4-BE49-F238E27FC236}">
                <a16:creationId xmlns:a16="http://schemas.microsoft.com/office/drawing/2014/main" id="{330E8FF4-AC06-41FF-BBB1-DED67EFF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6" name="slide-7-kicker">
            <a:extLst xmlns:a="http://schemas.openxmlformats.org/drawingml/2006/main">
              <a:ext uri="{FF2B5EF4-FFF2-40B4-BE49-F238E27FC236}">
                <a16:creationId xmlns:a16="http://schemas.microsoft.com/office/drawing/2014/main" id="{E3AE9E0F-8062-49B2-9C8A-2F8F2CCE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Pilot decision</a:t>
            </a:r>
          </a:p>
        </p:txBody>
      </p:sp>
      <p:sp>
        <p:nvSpPr>
          <p:cNvPr id="1807" name="slide-7-classification">
            <a:extLst xmlns:a="http://schemas.openxmlformats.org/drawingml/2006/main">
              <a:ext uri="{FF2B5EF4-FFF2-40B4-BE49-F238E27FC236}">
                <a16:creationId xmlns:a16="http://schemas.microsoft.com/office/drawing/2014/main" id="{B473B7B2-4025-4AAB-8643-270D11BC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808" name="slide-7-footer">
            <a:extLst xmlns:a="http://schemas.openxmlformats.org/drawingml/2006/main">
              <a:ext uri="{FF2B5EF4-FFF2-40B4-BE49-F238E27FC236}">
                <a16:creationId xmlns:a16="http://schemas.microsoft.com/office/drawing/2014/main" id="{91A9EEBD-B157-4062-B702-2E38FF97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07</a:t>
            </a:r>
          </a:p>
        </p:txBody>
      </p:sp>
      <p:sp>
        <p:nvSpPr>
          <p:cNvPr id="1809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30352A26-E3FC-4662-A4C6-C2D62DB3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123950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Pilot status and release boundary.</a:t>
            </a:r>
          </a:p>
        </p:txBody>
      </p:sp>
      <p:sp>
        <p:nvSpPr>
          <p:cNvPr id="1810" name="decision-banner-label">
            <a:extLst xmlns:a="http://schemas.openxmlformats.org/drawingml/2006/main">
              <a:ext uri="{FF2B5EF4-FFF2-40B4-BE49-F238E27FC236}">
                <a16:creationId xmlns:a16="http://schemas.microsoft.com/office/drawing/2014/main" id="{3252BDAB-4C21-434C-999D-55C07668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76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Current decision</a:t>
            </a:r>
          </a:p>
        </p:txBody>
      </p:sp>
      <p:sp>
        <p:nvSpPr>
          <p:cNvPr id="1811" name="decision-banner-title">
            <a:extLst xmlns:a="http://schemas.openxmlformats.org/drawingml/2006/main">
              <a:ext uri="{FF2B5EF4-FFF2-40B4-BE49-F238E27FC236}">
                <a16:creationId xmlns:a16="http://schemas.microsoft.com/office/drawing/2014/main" id="{FBB6DD1B-9B20-4094-A904-8EF60065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6220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650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Automated 3 × 25 gate is GREEN-live for a supervised internal pilot.</a:t>
            </a:r>
          </a:p>
        </p:txBody>
      </p:sp>
      <p:sp>
        <p:nvSpPr>
          <p:cNvPr id="1812" name="decision-banner-sub">
            <a:extLst xmlns:a="http://schemas.openxmlformats.org/drawingml/2006/main">
              <a:ext uri="{FF2B5EF4-FFF2-40B4-BE49-F238E27FC236}">
                <a16:creationId xmlns:a16="http://schemas.microsoft.com/office/drawing/2014/main" id="{99D9ECC6-68E6-412F-8A6E-1A54AA68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This is not production or GA certification.</a:t>
            </a:r>
          </a:p>
        </p:txBody>
      </p:sp>
      <p:sp>
        <p:nvSpPr>
          <p:cNvPr id="1813" name="decision-left-title">
            <a:extLst xmlns:a="http://schemas.openxmlformats.org/drawingml/2006/main">
              <a:ext uri="{FF2B5EF4-FFF2-40B4-BE49-F238E27FC236}">
                <a16:creationId xmlns:a16="http://schemas.microsoft.com/office/drawing/2014/main" id="{B9B771A9-A32E-4AE8-B401-EFEC40AD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81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800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rPr>
              <a:t>Certified now</a:t>
            </a:r>
          </a:p>
        </p:txBody>
      </p:sp>
      <p:sp>
        <p:nvSpPr>
          <p:cNvPr id="1814" name="decision-left-bullets">
            <a:extLst xmlns:a="http://schemas.openxmlformats.org/drawingml/2006/main">
              <a:ext uri="{FF2B5EF4-FFF2-40B4-BE49-F238E27FC236}">
                <a16:creationId xmlns:a16="http://schemas.microsoft.com/office/drawing/2014/main" id="{89691E66-99CA-4026-92F6-4CABB22F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57625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Three staggered 25-seat orders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75 participant journeys with overlap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Namespace isolation and real LLM behavior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60-minute soak and zero-residue reclaim</a:t>
            </a:r>
          </a:p>
        </p:txBody>
      </p:sp>
      <p:sp>
        <p:nvSpPr>
          <p:cNvPr id="1815" name="decision-right-title">
            <a:extLst xmlns:a="http://schemas.openxmlformats.org/drawingml/2006/main">
              <a:ext uri="{FF2B5EF4-FFF2-40B4-BE49-F238E27FC236}">
                <a16:creationId xmlns:a16="http://schemas.microsoft.com/office/drawing/2014/main" id="{837912EA-5157-4CBA-819D-330C42B2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06B4F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800" b="1" i="0">
                <a:solidFill>
                  <a:srgbClr val="006B4F"/>
                </a:solidFill>
                <a:latin typeface="Red Hat Display"/>
                <a:ea typeface="Red Hat Display"/>
                <a:cs typeface="Red Hat Display"/>
              </a:rPr>
              <a:t>Still gated</a:t>
            </a:r>
          </a:p>
        </p:txBody>
      </p:sp>
      <p:sp>
        <p:nvSpPr>
          <p:cNvPr id="1816" name="decision-right-bullets">
            <a:extLst xmlns:a="http://schemas.openxmlformats.org/drawingml/2006/main">
              <a:ext uri="{FF2B5EF4-FFF2-40B4-BE49-F238E27FC236}">
                <a16:creationId xmlns:a16="http://schemas.microsoft.com/office/drawing/2014/main" id="{F768FB9A-D633-46C9-8322-9B196339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Manual requester and participant acceptance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Stable public ingress, DNS, TLS, and SSO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Keycloak 26.7.2 live rollout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Per-seat LiteLLM attribution and HA/DR proof</a:t>
            </a:r>
          </a:p>
        </p:txBody>
      </p:sp>
    </p:spTree>
    <p:extLst>
      <p:ext uri="{BB962C8B-B14F-4D97-AF65-F5344CB8AC3E}">
        <p14:creationId xmlns:p14="http://schemas.microsoft.com/office/powerpoint/2010/main" val="3122297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25" name="Google Shape;1701;p2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6" name="Google Shape;1702;p2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27" name="Google Shape;170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797ecd12c04d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04" name="Google Shape;1704;p2">
            <a:extLst xmlns:a="http://schemas.openxmlformats.org/drawingml/2006/main">
              <a:ext uri="{FF2B5EF4-FFF2-40B4-BE49-F238E27FC236}">
                <a16:creationId xmlns:a16="http://schemas.microsoft.com/office/drawing/2014/main" id="{41D8FDAC-328E-4317-BBC1-907562CD39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05" name="Google Shape;1705;p2">
            <a:extLst xmlns:a="http://schemas.openxmlformats.org/drawingml/2006/main">
              <a:ext uri="{FF2B5EF4-FFF2-40B4-BE49-F238E27FC236}">
                <a16:creationId xmlns:a16="http://schemas.microsoft.com/office/drawing/2014/main" id="{8F85185E-4367-4E02-BC41-C5EA4561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4953000" cy="44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3200" b="1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07" name="Google Shape;1707;p2">
            <a:extLst xmlns:a="http://schemas.openxmlformats.org/drawingml/2006/main">
              <a:ext uri="{FF2B5EF4-FFF2-40B4-BE49-F238E27FC236}">
                <a16:creationId xmlns:a16="http://schemas.microsoft.com/office/drawing/2014/main" id="{44F5F799-D166-49AD-8ACF-8A2E9655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0" y="1238250"/>
            <a:ext cx="5143500" cy="44769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2">
            <a:extLst xmlns:a="http://schemas.openxmlformats.org/drawingml/2006/main">
              <a:ext uri="{FF2B5EF4-FFF2-40B4-BE49-F238E27FC236}">
                <a16:creationId xmlns:a16="http://schemas.microsoft.com/office/drawing/2014/main" id="{552AC29D-0C95-4B17-BB9D-26C3BBDE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0" y="1238250"/>
            <a:ext cx="152400" cy="44769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3064"/>
                </a:moveTo>
                <a:cubicBezTo>
                  <a:pt x="0" y="1371"/>
                  <a:pt x="40275" y="0"/>
                  <a:pt x="90000" y="0"/>
                </a:cubicBezTo>
                <a:lnTo>
                  <a:pt x="120000" y="0"/>
                </a:lnTo>
                <a:lnTo>
                  <a:pt x="120000" y="120000"/>
                </a:lnTo>
                <a:lnTo>
                  <a:pt x="90000" y="120000"/>
                </a:lnTo>
                <a:cubicBezTo>
                  <a:pt x="40275" y="120000"/>
                  <a:pt x="0" y="118629"/>
                  <a:pt x="0" y="116936"/>
                </a:cubicBezTo>
                <a:close/>
              </a:path>
            </a:pathLst>
          </a:cu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">
            <a:extLst xmlns:a="http://schemas.openxmlformats.org/drawingml/2006/main">
              <a:ext uri="{FF2B5EF4-FFF2-40B4-BE49-F238E27FC236}">
                <a16:creationId xmlns:a16="http://schemas.microsoft.com/office/drawing/2014/main" id="{5BF3A541-711B-434F-B481-0D5E9766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1524000"/>
            <a:ext cx="4381500" cy="390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11" name="slide-8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A86794E2-225D-4C57-9A3C-39E4A713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2" name="slide-8-footer-mask">
            <a:extLst xmlns:a="http://schemas.openxmlformats.org/drawingml/2006/main">
              <a:ext uri="{FF2B5EF4-FFF2-40B4-BE49-F238E27FC236}">
                <a16:creationId xmlns:a16="http://schemas.microsoft.com/office/drawing/2014/main" id="{EC5A1DA8-7A22-4AA1-9658-D5090837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3" name="slide-8-kicker">
            <a:extLst xmlns:a="http://schemas.openxmlformats.org/drawingml/2006/main">
              <a:ext uri="{FF2B5EF4-FFF2-40B4-BE49-F238E27FC236}">
                <a16:creationId xmlns:a16="http://schemas.microsoft.com/office/drawing/2014/main" id="{8EA06B1E-4CC7-42AA-B4A8-CB804694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Participant experience</a:t>
            </a:r>
          </a:p>
        </p:txBody>
      </p:sp>
      <p:sp>
        <p:nvSpPr>
          <p:cNvPr id="1714" name="slide-8-classification">
            <a:extLst xmlns:a="http://schemas.openxmlformats.org/drawingml/2006/main">
              <a:ext uri="{FF2B5EF4-FFF2-40B4-BE49-F238E27FC236}">
                <a16:creationId xmlns:a16="http://schemas.microsoft.com/office/drawing/2014/main" id="{6D78F792-C662-407B-886B-09A1E6A3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15" name="slide-8-footer">
            <a:extLst xmlns:a="http://schemas.openxmlformats.org/drawingml/2006/main">
              <a:ext uri="{FF2B5EF4-FFF2-40B4-BE49-F238E27FC236}">
                <a16:creationId xmlns:a16="http://schemas.microsoft.com/office/drawing/2014/main" id="{99C1A63C-B4BA-41B8-97D7-88DAEAE8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08</a:t>
            </a:r>
          </a:p>
        </p:txBody>
      </p:sp>
      <p:sp>
        <p:nvSpPr>
          <p:cNvPr id="1716" name="participant-headline">
            <a:extLst xmlns:a="http://schemas.openxmlformats.org/drawingml/2006/main">
              <a:ext uri="{FF2B5EF4-FFF2-40B4-BE49-F238E27FC236}">
                <a16:creationId xmlns:a16="http://schemas.microsoft.com/office/drawing/2014/main" id="{8B24AE90-1297-4A44-B46C-4841E348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8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Open Lab should feel like</a:t>
            </a:r>
          </a:p>
          <a:p xmlns:a="http://schemas.openxmlformats.org/drawingml/2006/main">
            <a:pPr>
              <a:defRPr sz="28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8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one guided seat.</a:t>
            </a:r>
          </a:p>
        </p:txBody>
      </p:sp>
      <p:sp>
        <p:nvSpPr>
          <p:cNvPr id="1717" name="participant-subhead">
            <a:extLst xmlns:a="http://schemas.openxmlformats.org/drawingml/2006/main">
              <a:ext uri="{FF2B5EF4-FFF2-40B4-BE49-F238E27FC236}">
                <a16:creationId xmlns:a16="http://schemas.microsoft.com/office/drawing/2014/main" id="{553D4D71-0974-4B07-9BA4-161F7A20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725" b="0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Cluster placement stays invisible to the learner.</a:t>
            </a:r>
          </a:p>
        </p:txBody>
      </p:sp>
      <p:sp>
        <p:nvSpPr>
          <p:cNvPr id="1718" name="participant-bullets">
            <a:extLst xmlns:a="http://schemas.openxmlformats.org/drawingml/2006/main">
              <a:ext uri="{FF2B5EF4-FFF2-40B4-BE49-F238E27FC236}">
                <a16:creationId xmlns:a16="http://schemas.microsoft.com/office/drawing/2014/main" id="{3DA5F0EB-D930-427E-A119-2AE3242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Version-pinned Showroom content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Terminal starts in the assigned namespace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Operator or application workspace embedded for the lab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 real catalog-specific agent or model exercise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Cross-seat and cross-namespace denial</a:t>
            </a:r>
          </a:p>
        </p:txBody>
      </p:sp>
      <p:sp>
        <p:nvSpPr>
          <p:cNvPr id="1719" name="participant-panel-kicker">
            <a:extLst xmlns:a="http://schemas.openxmlformats.org/drawingml/2006/main">
              <a:ext uri="{FF2B5EF4-FFF2-40B4-BE49-F238E27FC236}">
                <a16:creationId xmlns:a16="http://schemas.microsoft.com/office/drawing/2014/main" id="{C9125DCE-EA18-4775-8D93-449351C4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Seat contract</a:t>
            </a:r>
          </a:p>
        </p:txBody>
      </p:sp>
      <p:sp>
        <p:nvSpPr>
          <p:cNvPr id="1720" name="participant-panel-title">
            <a:extLst xmlns:a="http://schemas.openxmlformats.org/drawingml/2006/main">
              <a:ext uri="{FF2B5EF4-FFF2-40B4-BE49-F238E27FC236}">
                <a16:creationId xmlns:a16="http://schemas.microsoft.com/office/drawing/2014/main" id="{63DD7F0B-71C0-493B-A9BC-D37BFAD4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32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rPr>
              <a:t>Ready means usable.</a:t>
            </a:r>
          </a:p>
        </p:txBody>
      </p:sp>
      <p:sp>
        <p:nvSpPr>
          <p:cNvPr id="1721" name="participant-panel-proof">
            <a:extLst xmlns:a="http://schemas.openxmlformats.org/drawingml/2006/main">
              <a:ext uri="{FF2B5EF4-FFF2-40B4-BE49-F238E27FC236}">
                <a16:creationId xmlns:a16="http://schemas.microsoft.com/office/drawing/2014/main" id="{A561D845-9E5F-4EB2-974E-FB79419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READINESS</a:t>
            </a:r>
          </a:p>
        </p:txBody>
      </p:sp>
      <p:sp>
        <p:nvSpPr>
          <p:cNvPr id="1722" name="participant-panel-number">
            <a:extLst xmlns:a="http://schemas.openxmlformats.org/drawingml/2006/main">
              <a:ext uri="{FF2B5EF4-FFF2-40B4-BE49-F238E27FC236}">
                <a16:creationId xmlns:a16="http://schemas.microsoft.com/office/drawing/2014/main" id="{A845E621-8DF8-4C32-B275-651E4416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34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5 checks</a:t>
            </a:r>
          </a:p>
        </p:txBody>
      </p:sp>
      <p:sp>
        <p:nvSpPr>
          <p:cNvPr id="1723" name="participant-panel-caption">
            <a:extLst xmlns:a="http://schemas.openxmlformats.org/drawingml/2006/main">
              <a:ext uri="{FF2B5EF4-FFF2-40B4-BE49-F238E27FC236}">
                <a16:creationId xmlns:a16="http://schemas.microsoft.com/office/drawing/2014/main" id="{21BD1A7E-72A1-42A1-B2C8-795244F4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2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guide · terminal · workspace · function · isolation</a:t>
            </a:r>
          </a:p>
        </p:txBody>
      </p:sp>
      <p:sp>
        <p:nvSpPr>
          <p:cNvPr id="1724" name="participant-panel-body">
            <a:extLst xmlns:a="http://schemas.openxmlformats.org/drawingml/2006/main">
              <a:ext uri="{FF2B5EF4-FFF2-40B4-BE49-F238E27FC236}">
                <a16:creationId xmlns:a16="http://schemas.microsoft.com/office/drawing/2014/main" id="{DBB2C90C-2E13-491F-8264-59A67DD5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A running pod is a prerequisite. The participant-facing journey is the acceptance test.</a:t>
            </a:r>
          </a:p>
        </p:txBody>
      </p:sp>
    </p:spTree>
    <p:extLst>
      <p:ext uri="{BB962C8B-B14F-4D97-AF65-F5344CB8AC3E}">
        <p14:creationId xmlns:p14="http://schemas.microsoft.com/office/powerpoint/2010/main" val="9521472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78" name="Google Shape;1748;p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9" name="Google Shape;1749;p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80" name="Google Shape;175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95c1868337469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51" name="Google Shape;1751;p4">
            <a:extLst xmlns:a="http://schemas.openxmlformats.org/drawingml/2006/main">
              <a:ext uri="{FF2B5EF4-FFF2-40B4-BE49-F238E27FC236}">
                <a16:creationId xmlns:a16="http://schemas.microsoft.com/office/drawing/2014/main" id="{DC1845E4-0FE3-4700-938A-4FC087E077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52" name="Google Shape;1752;p4">
            <a:extLst xmlns:a="http://schemas.openxmlformats.org/drawingml/2006/main">
              <a:ext uri="{FF2B5EF4-FFF2-40B4-BE49-F238E27FC236}">
                <a16:creationId xmlns:a16="http://schemas.microsoft.com/office/drawing/2014/main" id="{7EC10081-DD4D-4F4E-8BB2-3085FE40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0" y="15240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sz="26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600" b="1" i="0" u="none" cap="none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3" name="Google Shape;1753;p4">
            <a:extLst xmlns:a="http://schemas.openxmlformats.org/drawingml/2006/main">
              <a:ext uri="{FF2B5EF4-FFF2-40B4-BE49-F238E27FC236}">
                <a16:creationId xmlns:a16="http://schemas.microsoft.com/office/drawing/2014/main" id="{02580CD3-1F60-4AC0-9906-B533429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0" y="4000500"/>
            <a:ext cx="4191000" cy="14289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4" name="Google Shape;1754;p4">
            <a:extLst xmlns:a="http://schemas.openxmlformats.org/drawingml/2006/main">
              <a:ext uri="{FF2B5EF4-FFF2-40B4-BE49-F238E27FC236}">
                <a16:creationId xmlns:a16="http://schemas.microsoft.com/office/drawing/2014/main" id="{04C87A70-2A87-41DD-8F40-0AC4B79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0" y="4000500"/>
            <a:ext cx="4191000" cy="14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6B728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 i="0" u="none" cap="none">
              <a:solidFill>
                <a:srgbClr val="6B728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5" name="Google Shape;1755;p4">
            <a:extLst xmlns:a="http://schemas.openxmlformats.org/drawingml/2006/main">
              <a:ext uri="{FF2B5EF4-FFF2-40B4-BE49-F238E27FC236}">
                <a16:creationId xmlns:a16="http://schemas.microsoft.com/office/drawing/2014/main" id="{ACB91246-0177-44DD-817D-36CF6AFF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5715000" cy="1047900"/>
          </a:xfrm>
          <a:prstGeom xmlns:a="http://schemas.openxmlformats.org/drawingml/2006/main" prst="roundRect">
            <a:avLst>
              <a:gd name="adj" fmla="val 7272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6" name="Google Shape;1756;p4">
            <a:extLst xmlns:a="http://schemas.openxmlformats.org/drawingml/2006/main">
              <a:ext uri="{FF2B5EF4-FFF2-40B4-BE49-F238E27FC236}">
                <a16:creationId xmlns:a16="http://schemas.microsoft.com/office/drawing/2014/main" id="{B6583E02-E7AE-4F48-80F7-D2FB5BA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57150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6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7" name="Google Shape;1757;p4">
            <a:extLst xmlns:a="http://schemas.openxmlformats.org/drawingml/2006/main">
              <a:ext uri="{FF2B5EF4-FFF2-40B4-BE49-F238E27FC236}">
                <a16:creationId xmlns:a16="http://schemas.microsoft.com/office/drawing/2014/main" id="{297F4933-0B86-4181-85E1-8345DD2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5715000" cy="1238400"/>
          </a:xfrm>
          <a:prstGeom xmlns:a="http://schemas.openxmlformats.org/drawingml/2006/main" prst="roundRect">
            <a:avLst>
              <a:gd name="adj" fmla="val 6153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8" name="Google Shape;1758;p4">
            <a:extLst xmlns:a="http://schemas.openxmlformats.org/drawingml/2006/main">
              <a:ext uri="{FF2B5EF4-FFF2-40B4-BE49-F238E27FC236}">
                <a16:creationId xmlns:a16="http://schemas.microsoft.com/office/drawing/2014/main" id="{7DEC50BF-6DEC-46D9-95EA-75DE7B4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5715000" cy="12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0071C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6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9" name="Google Shape;1759;p4">
            <a:extLst xmlns:a="http://schemas.openxmlformats.org/drawingml/2006/main">
              <a:ext uri="{FF2B5EF4-FFF2-40B4-BE49-F238E27FC236}">
                <a16:creationId xmlns:a16="http://schemas.microsoft.com/office/drawing/2014/main" id="{CC7C7A7B-B1FE-483D-A422-1865F143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91000"/>
            <a:ext cx="5715000" cy="1238400"/>
          </a:xfrm>
          <a:prstGeom xmlns:a="http://schemas.openxmlformats.org/drawingml/2006/main" prst="roundRect">
            <a:avLst>
              <a:gd name="adj" fmla="val 6153"/>
            </a:avLst>
          </a:prstGeom>
          <a:solidFill xmlns:a="http://schemas.openxmlformats.org/drawingml/2006/main">
            <a:srgbClr val="F4FDF7"/>
          </a:solidFill>
          <a:ln xmlns:a="http://schemas.openxmlformats.org/drawingml/2006/main" w="14300" cmpd="sng">
            <a:solidFill>
              <a:srgbClr val="A7F3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0" name="Google Shape;1760;p4">
            <a:extLst xmlns:a="http://schemas.openxmlformats.org/drawingml/2006/main">
              <a:ext uri="{FF2B5EF4-FFF2-40B4-BE49-F238E27FC236}">
                <a16:creationId xmlns:a16="http://schemas.microsoft.com/office/drawing/2014/main" id="{11A7D987-90E8-4F30-AB18-F157516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91000"/>
            <a:ext cx="5715000" cy="12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22C55E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6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62" name="slide-9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C21CD03F-1216-4EBB-A814-BA319A8E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3" name="slide-9-footer-mask">
            <a:extLst xmlns:a="http://schemas.openxmlformats.org/drawingml/2006/main">
              <a:ext uri="{FF2B5EF4-FFF2-40B4-BE49-F238E27FC236}">
                <a16:creationId xmlns:a16="http://schemas.microsoft.com/office/drawing/2014/main" id="{C0BED225-D3F6-4EB5-933B-D086719D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4" name="slide-9-kicker">
            <a:extLst xmlns:a="http://schemas.openxmlformats.org/drawingml/2006/main">
              <a:ext uri="{FF2B5EF4-FFF2-40B4-BE49-F238E27FC236}">
                <a16:creationId xmlns:a16="http://schemas.microsoft.com/office/drawing/2014/main" id="{D634696D-77F6-42D0-934C-A299502E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Placement and capacity</a:t>
            </a:r>
          </a:p>
        </p:txBody>
      </p:sp>
      <p:sp>
        <p:nvSpPr>
          <p:cNvPr id="1765" name="slide-9-classification">
            <a:extLst xmlns:a="http://schemas.openxmlformats.org/drawingml/2006/main">
              <a:ext uri="{FF2B5EF4-FFF2-40B4-BE49-F238E27FC236}">
                <a16:creationId xmlns:a16="http://schemas.microsoft.com/office/drawing/2014/main" id="{DC0483B5-1F08-4491-A478-13DAE639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66" name="slide-9-footer">
            <a:extLst xmlns:a="http://schemas.openxmlformats.org/drawingml/2006/main">
              <a:ext uri="{FF2B5EF4-FFF2-40B4-BE49-F238E27FC236}">
                <a16:creationId xmlns:a16="http://schemas.microsoft.com/office/drawing/2014/main" id="{0F9A2A13-AEF9-417F-958C-5CBD18C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09</a:t>
            </a:r>
          </a:p>
        </p:txBody>
      </p:sp>
      <p:sp>
        <p:nvSpPr>
          <p:cNvPr id="1767" name="capacity-headline">
            <a:extLst xmlns:a="http://schemas.openxmlformats.org/drawingml/2006/main">
              <a:ext uri="{FF2B5EF4-FFF2-40B4-BE49-F238E27FC236}">
                <a16:creationId xmlns:a16="http://schemas.microsoft.com/office/drawing/2014/main" id="{AC07864A-AEEE-4EC5-AD6C-0ECA69ED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71625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Capacity is reserved</a:t>
            </a:r>
          </a:p>
          <a:p xmlns:a="http://schemas.openxmlformats.org/drawingml/2006/main">
            <a:pPr>
              <a:def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for the whole order.</a:t>
            </a:r>
          </a:p>
        </p:txBody>
      </p:sp>
      <p:sp>
        <p:nvSpPr>
          <p:cNvPr id="1768" name="capacity-body">
            <a:extLst xmlns:a="http://schemas.openxmlformats.org/drawingml/2006/main">
              <a:ext uri="{FF2B5EF4-FFF2-40B4-BE49-F238E27FC236}">
                <a16:creationId xmlns:a16="http://schemas.microsoft.com/office/drawing/2014/main" id="{7AFAA867-9575-49BE-ACE9-C96207C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2890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8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The preview and the final revalidation use the same cluster-aware contract.</a:t>
            </a:r>
          </a:p>
        </p:txBody>
      </p:sp>
      <p:sp>
        <p:nvSpPr>
          <p:cNvPr id="1769" name="capacity-rule-label">
            <a:extLst xmlns:a="http://schemas.openxmlformats.org/drawingml/2006/main">
              <a:ext uri="{FF2B5EF4-FFF2-40B4-BE49-F238E27FC236}">
                <a16:creationId xmlns:a16="http://schemas.microsoft.com/office/drawing/2014/main" id="{5DDAC5E2-1A4B-4786-A9F3-76179C61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38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Admission rule</a:t>
            </a:r>
          </a:p>
        </p:txBody>
      </p:sp>
      <p:sp>
        <p:nvSpPr>
          <p:cNvPr id="1770" name="capacity-rule">
            <a:extLst xmlns:a="http://schemas.openxmlformats.org/drawingml/2006/main">
              <a:ext uri="{FF2B5EF4-FFF2-40B4-BE49-F238E27FC236}">
                <a16:creationId xmlns:a16="http://schemas.microsoft.com/office/drawing/2014/main" id="{A06378F4-4BA0-4A81-ACB1-5218FEDB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24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0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fit all seats or reject</a:t>
            </a:r>
          </a:p>
        </p:txBody>
      </p:sp>
      <p:sp>
        <p:nvSpPr>
          <p:cNvPr id="1771" name="capacity-rule-body">
            <a:extLst xmlns:a="http://schemas.openxmlformats.org/drawingml/2006/main">
              <a:ext uri="{FF2B5EF4-FFF2-40B4-BE49-F238E27FC236}">
                <a16:creationId xmlns:a16="http://schemas.microsoft.com/office/drawing/2014/main" id="{F18AFA53-7614-4CDE-BF1F-C1CD3676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53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Normal requests never split one workshop across clusters.</a:t>
            </a:r>
          </a:p>
        </p:txBody>
      </p:sp>
      <p:sp>
        <p:nvSpPr>
          <p:cNvPr id="1772" name="capacity-step-1-title">
            <a:extLst xmlns:a="http://schemas.openxmlformats.org/drawingml/2006/main">
              <a:ext uri="{FF2B5EF4-FFF2-40B4-BE49-F238E27FC236}">
                <a16:creationId xmlns:a16="http://schemas.microsoft.com/office/drawing/2014/main" id="{2997ADD8-4B94-4550-A31F-B0B077D5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2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01 Eligibility</a:t>
            </a:r>
          </a:p>
        </p:txBody>
      </p:sp>
      <p:sp>
        <p:nvSpPr>
          <p:cNvPr id="1773" name="capacity-step-1-body">
            <a:extLst xmlns:a="http://schemas.openxmlformats.org/drawingml/2006/main">
              <a:ext uri="{FF2B5EF4-FFF2-40B4-BE49-F238E27FC236}">
                <a16:creationId xmlns:a16="http://schemas.microsoft.com/office/drawing/2014/main" id="{00C5B312-792E-4E73-800F-43D98AF7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859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API, operators, storage, ingress, required models, images, and credentials must be healthy.</a:t>
            </a:r>
          </a:p>
        </p:txBody>
      </p:sp>
      <p:sp>
        <p:nvSpPr>
          <p:cNvPr id="1774" name="capacity-step-2-title">
            <a:extLst xmlns:a="http://schemas.openxmlformats.org/drawingml/2006/main">
              <a:ext uri="{FF2B5EF4-FFF2-40B4-BE49-F238E27FC236}">
                <a16:creationId xmlns:a16="http://schemas.microsoft.com/office/drawing/2014/main" id="{71C0CC94-C401-4288-A7BC-C94B240C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rPr>
              <a:t>02 Headroom</a:t>
            </a:r>
          </a:p>
        </p:txBody>
      </p:sp>
      <p:sp>
        <p:nvSpPr>
          <p:cNvPr id="1775" name="capacity-step-2-body">
            <a:extLst xmlns:a="http://schemas.openxmlformats.org/drawingml/2006/main">
              <a:ext uri="{FF2B5EF4-FFF2-40B4-BE49-F238E27FC236}">
                <a16:creationId xmlns:a16="http://schemas.microsoft.com/office/drawing/2014/main" id="{AEB99DF8-4EAB-4A45-8390-CE1694AE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7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CPU, memory, pod slots, reserved capacity, latency, and recent failure history shape the score.</a:t>
            </a:r>
          </a:p>
        </p:txBody>
      </p:sp>
      <p:sp>
        <p:nvSpPr>
          <p:cNvPr id="1776" name="capacity-step-3-title">
            <a:extLst xmlns:a="http://schemas.openxmlformats.org/drawingml/2006/main">
              <a:ext uri="{FF2B5EF4-FFF2-40B4-BE49-F238E27FC236}">
                <a16:creationId xmlns:a16="http://schemas.microsoft.com/office/drawing/2014/main" id="{35626DCF-687E-4BEE-B7CB-71626A25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24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A846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00A846"/>
                </a:solidFill>
                <a:latin typeface="Red Hat Display"/>
                <a:ea typeface="Red Hat Display"/>
                <a:cs typeface="Red Hat Display"/>
              </a:rPr>
              <a:t>03 Concurrency</a:t>
            </a:r>
          </a:p>
        </p:txBody>
      </p:sp>
      <p:sp>
        <p:nvSpPr>
          <p:cNvPr id="1777" name="capacity-step-3-body">
            <a:extLst xmlns:a="http://schemas.openxmlformats.org/drawingml/2006/main">
              <a:ext uri="{FF2B5EF4-FFF2-40B4-BE49-F238E27FC236}">
                <a16:creationId xmlns:a16="http://schemas.microsoft.com/office/drawing/2014/main" id="{BEAA575F-AC4D-4AEF-943D-1FB2B7FE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482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Revalidate immediately before create, reserve atomically, and release on failure or reclaim.</a:t>
            </a:r>
          </a:p>
        </p:txBody>
      </p:sp>
    </p:spTree>
    <p:extLst>
      <p:ext uri="{BB962C8B-B14F-4D97-AF65-F5344CB8AC3E}">
        <p14:creationId xmlns:p14="http://schemas.microsoft.com/office/powerpoint/2010/main" val="15994017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6" name="Google Shape;1766;p5">
            <a:extLst xmlns:a="http://schemas.openxmlformats.org/drawingml/2006/main">
              <a:ext uri="{FF2B5EF4-FFF2-40B4-BE49-F238E27FC236}">
                <a16:creationId xmlns:a16="http://schemas.microsoft.com/office/drawing/2014/main" id="{31AB9CEE-CD02-4670-876C-F2E34735FE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875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000" b="0" i="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 sz="1000" b="0" i="0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</a:endParaRPr>
          </a:p>
        </p:txBody>
      </p:sp>
      <p:sp>
        <p:nvSpPr>
          <p:cNvPr id="1767" name="Google Shape;1767;p5">
            <a:extLst xmlns:a="http://schemas.openxmlformats.org/drawingml/2006/main">
              <a:ext uri="{FF2B5EF4-FFF2-40B4-BE49-F238E27FC236}">
                <a16:creationId xmlns:a16="http://schemas.microsoft.com/office/drawing/2014/main" id="{25924A7D-B1AC-4687-904C-716A5CB15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8850" y="1111772"/>
            <a:ext cx="10422000" cy="55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sz="26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6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68" name="Google Shape;1768;p5">
            <a:extLst xmlns:a="http://schemas.openxmlformats.org/drawingml/2006/main">
              <a:ext uri="{FF2B5EF4-FFF2-40B4-BE49-F238E27FC236}">
                <a16:creationId xmlns:a16="http://schemas.microsoft.com/office/drawing/2014/main" id="{1D8327DB-F0C0-44F4-883B-40922EE2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3" y="1905000"/>
            <a:ext cx="3286200" cy="4048200"/>
          </a:xfrm>
          <a:prstGeom xmlns:a="http://schemas.openxmlformats.org/drawingml/2006/main" prst="roundRect">
            <a:avLst>
              <a:gd name="adj" fmla="val 231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9" name="Google Shape;1769;p5">
            <a:extLst xmlns:a="http://schemas.openxmlformats.org/drawingml/2006/main">
              <a:ext uri="{FF2B5EF4-FFF2-40B4-BE49-F238E27FC236}">
                <a16:creationId xmlns:a16="http://schemas.microsoft.com/office/drawing/2014/main" id="{5A087DDF-87EB-44DA-8304-486A099F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6" y="1827625"/>
            <a:ext cx="3286200" cy="304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5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70" name="Google Shape;1770;p5">
            <a:extLst xmlns:a="http://schemas.openxmlformats.org/drawingml/2006/main">
              <a:ext uri="{FF2B5EF4-FFF2-40B4-BE49-F238E27FC236}">
                <a16:creationId xmlns:a16="http://schemas.microsoft.com/office/drawing/2014/main" id="{342AC6D8-CE66-47F4-9251-84D28F5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747" y="1905000"/>
            <a:ext cx="3286200" cy="4048200"/>
          </a:xfrm>
          <a:prstGeom xmlns:a="http://schemas.openxmlformats.org/drawingml/2006/main" prst="roundRect">
            <a:avLst>
              <a:gd name="adj" fmla="val 231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1" name="Google Shape;1771;p5">
            <a:extLst xmlns:a="http://schemas.openxmlformats.org/drawingml/2006/main">
              <a:ext uri="{FF2B5EF4-FFF2-40B4-BE49-F238E27FC236}">
                <a16:creationId xmlns:a16="http://schemas.microsoft.com/office/drawing/2014/main" id="{FF95A723-B7CE-4351-8908-F870CEE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747" y="1905000"/>
            <a:ext cx="3286200" cy="40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5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72" name="Google Shape;1772;p5">
            <a:extLst xmlns:a="http://schemas.openxmlformats.org/drawingml/2006/main">
              <a:ext uri="{FF2B5EF4-FFF2-40B4-BE49-F238E27FC236}">
                <a16:creationId xmlns:a16="http://schemas.microsoft.com/office/drawing/2014/main" id="{38A2E6FD-9F3D-4DDA-AE17-8FC0C48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623" y="1905000"/>
            <a:ext cx="3286200" cy="4048200"/>
          </a:xfrm>
          <a:prstGeom xmlns:a="http://schemas.openxmlformats.org/drawingml/2006/main" prst="roundRect">
            <a:avLst>
              <a:gd name="adj" fmla="val 2318"/>
            </a:avLst>
          </a:prstGeom>
          <a:solidFill xmlns:a="http://schemas.openxmlformats.org/drawingml/2006/main">
            <a:srgbClr val="F4FDF7"/>
          </a:solidFill>
          <a:ln xmlns:a="http://schemas.openxmlformats.org/drawingml/2006/main" w="14300" cmpd="sng">
            <a:solidFill>
              <a:srgbClr val="A7F3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3" name="Google Shape;1773;p5">
            <a:extLst xmlns:a="http://schemas.openxmlformats.org/drawingml/2006/main">
              <a:ext uri="{FF2B5EF4-FFF2-40B4-BE49-F238E27FC236}">
                <a16:creationId xmlns:a16="http://schemas.microsoft.com/office/drawing/2014/main" id="{67EF12A7-B5E9-4E18-8E35-A6C09FF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623" y="1905000"/>
            <a:ext cx="3286200" cy="40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5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74" name="slide-10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A715B4B5-DA21-4DDC-8463-0F0D509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5" name="slide-10-footer-mask">
            <a:extLst xmlns:a="http://schemas.openxmlformats.org/drawingml/2006/main">
              <a:ext uri="{FF2B5EF4-FFF2-40B4-BE49-F238E27FC236}">
                <a16:creationId xmlns:a16="http://schemas.microsoft.com/office/drawing/2014/main" id="{261017B9-A8F1-4168-A7AC-60501D9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6" name="slide-10-kicker">
            <a:extLst xmlns:a="http://schemas.openxmlformats.org/drawingml/2006/main">
              <a:ext uri="{FF2B5EF4-FFF2-40B4-BE49-F238E27FC236}">
                <a16:creationId xmlns:a16="http://schemas.microsoft.com/office/drawing/2014/main" id="{B1CC10B4-8CF2-4760-B87A-63191567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Scale roadmap</a:t>
            </a:r>
          </a:p>
        </p:txBody>
      </p:sp>
      <p:sp>
        <p:nvSpPr>
          <p:cNvPr id="1777" name="slide-10-classification">
            <a:extLst xmlns:a="http://schemas.openxmlformats.org/drawingml/2006/main">
              <a:ext uri="{FF2B5EF4-FFF2-40B4-BE49-F238E27FC236}">
                <a16:creationId xmlns:a16="http://schemas.microsoft.com/office/drawing/2014/main" id="{87C43DDC-610A-4922-8F3F-7A0F0E4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78" name="slide-10-footer">
            <a:extLst xmlns:a="http://schemas.openxmlformats.org/drawingml/2006/main">
              <a:ext uri="{FF2B5EF4-FFF2-40B4-BE49-F238E27FC236}">
                <a16:creationId xmlns:a16="http://schemas.microsoft.com/office/drawing/2014/main" id="{3D4AF5D6-EFE7-43AB-B069-6D77128B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10</a:t>
            </a:r>
          </a:p>
        </p:txBody>
      </p:sp>
      <p:sp>
        <p:nvSpPr>
          <p:cNvPr id="177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B484D185-6335-41BE-B6DD-C538251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9062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400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Scale by measured graduation.</a:t>
            </a:r>
          </a:p>
        </p:txBody>
      </p:sp>
      <p:sp>
        <p:nvSpPr>
          <p:cNvPr id="1780" name="scale-1-title">
            <a:extLst xmlns:a="http://schemas.openxmlformats.org/drawingml/2006/main">
              <a:ext uri="{FF2B5EF4-FFF2-40B4-BE49-F238E27FC236}">
                <a16:creationId xmlns:a16="http://schemas.microsoft.com/office/drawing/2014/main" id="{582DAB65-2732-40B6-A950-C1A48F9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43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1 · First seat</a:t>
            </a:r>
          </a:p>
        </p:txBody>
      </p:sp>
      <p:sp>
        <p:nvSpPr>
          <p:cNvPr id="1781" name="scale-1-1-label">
            <a:extLst xmlns:a="http://schemas.openxmlformats.org/drawingml/2006/main">
              <a:ext uri="{FF2B5EF4-FFF2-40B4-BE49-F238E27FC236}">
                <a16:creationId xmlns:a16="http://schemas.microsoft.com/office/drawing/2014/main" id="{62E90155-82E3-44BD-8AFB-8FC2D512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Content</a:t>
            </a:r>
          </a:p>
        </p:txBody>
      </p:sp>
      <p:sp>
        <p:nvSpPr>
          <p:cNvPr id="1782" name="scale-1-1-body">
            <a:extLst xmlns:a="http://schemas.openxmlformats.org/drawingml/2006/main">
              <a:ext uri="{FF2B5EF4-FFF2-40B4-BE49-F238E27FC236}">
                <a16:creationId xmlns:a16="http://schemas.microsoft.com/office/drawing/2014/main" id="{4B201481-3237-4676-8536-FE74EFA5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57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Correct guide and workload</a:t>
            </a:r>
          </a:p>
        </p:txBody>
      </p:sp>
      <p:sp>
        <p:nvSpPr>
          <p:cNvPr id="1783" name="scale-1-2-label">
            <a:extLst xmlns:a="http://schemas.openxmlformats.org/drawingml/2006/main">
              <a:ext uri="{FF2B5EF4-FFF2-40B4-BE49-F238E27FC236}">
                <a16:creationId xmlns:a16="http://schemas.microsoft.com/office/drawing/2014/main" id="{AB789FC9-8F3C-4F90-8DAD-83ADB50F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432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Identity</a:t>
            </a:r>
          </a:p>
        </p:txBody>
      </p:sp>
      <p:sp>
        <p:nvSpPr>
          <p:cNvPr id="1784" name="scale-1-2-body">
            <a:extLst xmlns:a="http://schemas.openxmlformats.org/drawingml/2006/main">
              <a:ext uri="{FF2B5EF4-FFF2-40B4-BE49-F238E27FC236}">
                <a16:creationId xmlns:a16="http://schemas.microsoft.com/office/drawing/2014/main" id="{AAC80177-E655-4A99-BF81-A5DF508F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814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Namespace-scoped access</a:t>
            </a:r>
          </a:p>
        </p:txBody>
      </p:sp>
      <p:sp>
        <p:nvSpPr>
          <p:cNvPr id="1785" name="scale-1-3-label">
            <a:extLst xmlns:a="http://schemas.openxmlformats.org/drawingml/2006/main">
              <a:ext uri="{FF2B5EF4-FFF2-40B4-BE49-F238E27FC236}">
                <a16:creationId xmlns:a16="http://schemas.microsoft.com/office/drawing/2014/main" id="{235289AA-5EA4-4D47-BBCE-43B75987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Cleanup</a:t>
            </a:r>
          </a:p>
        </p:txBody>
      </p:sp>
      <p:sp>
        <p:nvSpPr>
          <p:cNvPr id="1786" name="scale-1-3-body">
            <a:extLst xmlns:a="http://schemas.openxmlformats.org/drawingml/2006/main">
              <a:ext uri="{FF2B5EF4-FFF2-40B4-BE49-F238E27FC236}">
                <a16:creationId xmlns:a16="http://schemas.microsoft.com/office/drawing/2014/main" id="{E40DFABF-3ED5-4036-9895-423FEA4F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05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Zero owned residue</a:t>
            </a:r>
          </a:p>
        </p:txBody>
      </p:sp>
      <p:sp>
        <p:nvSpPr>
          <p:cNvPr id="1787" name="scale-1-outcome">
            <a:extLst xmlns:a="http://schemas.openxmlformats.org/drawingml/2006/main">
              <a:ext uri="{FF2B5EF4-FFF2-40B4-BE49-F238E27FC236}">
                <a16:creationId xmlns:a16="http://schemas.microsoft.com/office/drawing/2014/main" id="{F033D03C-188A-46E1-8396-B12B36D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530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Complete the learner journey</a:t>
            </a:r>
          </a:p>
        </p:txBody>
      </p:sp>
      <p:sp>
        <p:nvSpPr>
          <p:cNvPr id="1788" name="scale-2-title">
            <a:extLst xmlns:a="http://schemas.openxmlformats.org/drawingml/2006/main">
              <a:ext uri="{FF2B5EF4-FFF2-40B4-BE49-F238E27FC236}">
                <a16:creationId xmlns:a16="http://schemas.microsoft.com/office/drawing/2014/main" id="{A022C6C2-9BF9-46AF-BE20-DC997E66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43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5 · Concurrency</a:t>
            </a:r>
          </a:p>
        </p:txBody>
      </p:sp>
      <p:sp>
        <p:nvSpPr>
          <p:cNvPr id="1789" name="scale-2-1-label">
            <a:extLst xmlns:a="http://schemas.openxmlformats.org/drawingml/2006/main">
              <a:ext uri="{FF2B5EF4-FFF2-40B4-BE49-F238E27FC236}">
                <a16:creationId xmlns:a16="http://schemas.microsoft.com/office/drawing/2014/main" id="{D0F854D0-A642-4AC8-8261-77B82227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Isolation</a:t>
            </a:r>
          </a:p>
        </p:txBody>
      </p:sp>
      <p:sp>
        <p:nvSpPr>
          <p:cNvPr id="1790" name="scale-2-1-body">
            <a:extLst xmlns:a="http://schemas.openxmlformats.org/drawingml/2006/main">
              <a:ext uri="{FF2B5EF4-FFF2-40B4-BE49-F238E27FC236}">
                <a16:creationId xmlns:a16="http://schemas.microsoft.com/office/drawing/2014/main" id="{3BD30B53-2007-4460-83DA-80E621F9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No cross-seat access</a:t>
            </a:r>
          </a:p>
        </p:txBody>
      </p:sp>
      <p:sp>
        <p:nvSpPr>
          <p:cNvPr id="1791" name="scale-2-2-label">
            <a:extLst xmlns:a="http://schemas.openxmlformats.org/drawingml/2006/main">
              <a:ext uri="{FF2B5EF4-FFF2-40B4-BE49-F238E27FC236}">
                <a16:creationId xmlns:a16="http://schemas.microsoft.com/office/drawing/2014/main" id="{CD68A0BD-2095-4DE2-9B8B-757F2A0E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432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Shared services</a:t>
            </a:r>
          </a:p>
        </p:txBody>
      </p:sp>
      <p:sp>
        <p:nvSpPr>
          <p:cNvPr id="1792" name="scale-2-2-body">
            <a:extLst xmlns:a="http://schemas.openxmlformats.org/drawingml/2006/main">
              <a:ext uri="{FF2B5EF4-FFF2-40B4-BE49-F238E27FC236}">
                <a16:creationId xmlns:a16="http://schemas.microsoft.com/office/drawing/2014/main" id="{C0D09324-BD45-43A7-A3FA-2C59798A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Models and operators stable</a:t>
            </a:r>
          </a:p>
        </p:txBody>
      </p:sp>
      <p:sp>
        <p:nvSpPr>
          <p:cNvPr id="1793" name="scale-2-3-label">
            <a:extLst xmlns:a="http://schemas.openxmlformats.org/drawingml/2006/main">
              <a:ext uri="{FF2B5EF4-FFF2-40B4-BE49-F238E27FC236}">
                <a16:creationId xmlns:a16="http://schemas.microsoft.com/office/drawing/2014/main" id="{071A7BBF-9E8C-45CA-A339-06F260D7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Failure</a:t>
            </a:r>
          </a:p>
        </p:txBody>
      </p:sp>
      <p:sp>
        <p:nvSpPr>
          <p:cNvPr id="1794" name="scale-2-3-body">
            <a:extLst xmlns:a="http://schemas.openxmlformats.org/drawingml/2006/main">
              <a:ext uri="{FF2B5EF4-FFF2-40B4-BE49-F238E27FC236}">
                <a16:creationId xmlns:a16="http://schemas.microsoft.com/office/drawing/2014/main" id="{0A8EA655-08D3-4540-95B8-E3E094D9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Retry and reclaim bounded</a:t>
            </a:r>
          </a:p>
        </p:txBody>
      </p:sp>
      <p:sp>
        <p:nvSpPr>
          <p:cNvPr id="1795" name="scale-2-outcome">
            <a:extLst xmlns:a="http://schemas.openxmlformats.org/drawingml/2006/main">
              <a:ext uri="{FF2B5EF4-FFF2-40B4-BE49-F238E27FC236}">
                <a16:creationId xmlns:a16="http://schemas.microsoft.com/office/drawing/2014/main" id="{6C56B899-6D3E-4D59-B8D3-47B70A6E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Expose shared-service behavior</a:t>
            </a:r>
          </a:p>
        </p:txBody>
      </p:sp>
      <p:sp>
        <p:nvSpPr>
          <p:cNvPr id="1796" name="scale-3-title">
            <a:extLst xmlns:a="http://schemas.openxmlformats.org/drawingml/2006/main">
              <a:ext uri="{FF2B5EF4-FFF2-40B4-BE49-F238E27FC236}">
                <a16:creationId xmlns:a16="http://schemas.microsoft.com/office/drawing/2014/main" id="{2F988B93-70B3-440F-BE52-A45D362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43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25 · Workshop</a:t>
            </a:r>
          </a:p>
        </p:txBody>
      </p:sp>
      <p:sp>
        <p:nvSpPr>
          <p:cNvPr id="1797" name="scale-3-1-label">
            <a:extLst xmlns:a="http://schemas.openxmlformats.org/drawingml/2006/main">
              <a:ext uri="{FF2B5EF4-FFF2-40B4-BE49-F238E27FC236}">
                <a16:creationId xmlns:a16="http://schemas.microsoft.com/office/drawing/2014/main" id="{9197CB76-25BD-46E9-8418-4A2E7A3C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rPr>
              <a:t>Admission</a:t>
            </a:r>
          </a:p>
        </p:txBody>
      </p:sp>
      <p:sp>
        <p:nvSpPr>
          <p:cNvPr id="1798" name="scale-3-1-body">
            <a:extLst xmlns:a="http://schemas.openxmlformats.org/drawingml/2006/main">
              <a:ext uri="{FF2B5EF4-FFF2-40B4-BE49-F238E27FC236}">
                <a16:creationId xmlns:a16="http://schemas.microsoft.com/office/drawing/2014/main" id="{7D409327-1B55-4ADA-99F4-6CCBC714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57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Protected cluster headroom</a:t>
            </a:r>
          </a:p>
        </p:txBody>
      </p:sp>
      <p:sp>
        <p:nvSpPr>
          <p:cNvPr id="1799" name="scale-3-2-label">
            <a:extLst xmlns:a="http://schemas.openxmlformats.org/drawingml/2006/main">
              <a:ext uri="{FF2B5EF4-FFF2-40B4-BE49-F238E27FC236}">
                <a16:creationId xmlns:a16="http://schemas.microsoft.com/office/drawing/2014/main" id="{1A432661-A2CA-455A-8E90-B8C8497E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432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rPr>
              <a:t>Use</a:t>
            </a:r>
          </a:p>
        </p:txBody>
      </p:sp>
      <p:sp>
        <p:nvSpPr>
          <p:cNvPr id="1800" name="scale-3-2-body">
            <a:extLst xmlns:a="http://schemas.openxmlformats.org/drawingml/2006/main">
              <a:ext uri="{FF2B5EF4-FFF2-40B4-BE49-F238E27FC236}">
                <a16:creationId xmlns:a16="http://schemas.microsoft.com/office/drawing/2014/main" id="{FA8858A5-177D-40CC-B2B5-5F57148D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814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All participant journeys</a:t>
            </a:r>
          </a:p>
        </p:txBody>
      </p:sp>
      <p:sp>
        <p:nvSpPr>
          <p:cNvPr id="1801" name="scale-3-3-label">
            <a:extLst xmlns:a="http://schemas.openxmlformats.org/drawingml/2006/main">
              <a:ext uri="{FF2B5EF4-FFF2-40B4-BE49-F238E27FC236}">
                <a16:creationId xmlns:a16="http://schemas.microsoft.com/office/drawing/2014/main" id="{DF678018-C880-4055-BD1E-C1E2F40E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rPr>
              <a:t>Operations</a:t>
            </a:r>
          </a:p>
        </p:txBody>
      </p:sp>
      <p:sp>
        <p:nvSpPr>
          <p:cNvPr id="1802" name="scale-3-3-body">
            <a:extLst xmlns:a="http://schemas.openxmlformats.org/drawingml/2006/main">
              <a:ext uri="{FF2B5EF4-FFF2-40B4-BE49-F238E27FC236}">
                <a16:creationId xmlns:a16="http://schemas.microsoft.com/office/drawing/2014/main" id="{C13187D4-C0B0-4842-BD0B-CB68464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05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Bulk reclaim and evidence</a:t>
            </a:r>
          </a:p>
        </p:txBody>
      </p:sp>
      <p:sp>
        <p:nvSpPr>
          <p:cNvPr id="1803" name="scale-3-outcome">
            <a:extLst xmlns:a="http://schemas.openxmlformats.org/drawingml/2006/main">
              <a:ext uri="{FF2B5EF4-FFF2-40B4-BE49-F238E27FC236}">
                <a16:creationId xmlns:a16="http://schemas.microsoft.com/office/drawing/2014/main" id="{1D6377F1-E426-484F-83C7-C82ECFF1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530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Current internal pilot scale</a:t>
            </a:r>
          </a:p>
        </p:txBody>
      </p:sp>
      <p:sp>
        <p:nvSpPr>
          <p:cNvPr id="1804" name="scale-future">
            <a:extLst xmlns:a="http://schemas.openxmlformats.org/drawingml/2006/main">
              <a:ext uri="{FF2B5EF4-FFF2-40B4-BE49-F238E27FC236}">
                <a16:creationId xmlns:a16="http://schemas.microsoft.com/office/drawing/2014/main" id="{372680D1-FA40-4D93-8798-D5A5F047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50 / 75 require a new certification</a:t>
            </a:r>
          </a:p>
        </p:txBody>
      </p:sp>
    </p:spTree>
    <p:extLst>
      <p:ext uri="{BB962C8B-B14F-4D97-AF65-F5344CB8AC3E}">
        <p14:creationId xmlns:p14="http://schemas.microsoft.com/office/powerpoint/2010/main" val="9173376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99" name="Google Shape;1779;p6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00" name="Google Shape;1780;p6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01" name="Google Shape;178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43fe014bec44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82" name="Google Shape;1782;p6">
            <a:extLst xmlns:a="http://schemas.openxmlformats.org/drawingml/2006/main">
              <a:ext uri="{FF2B5EF4-FFF2-40B4-BE49-F238E27FC236}">
                <a16:creationId xmlns:a16="http://schemas.microsoft.com/office/drawing/2014/main" id="{223F1277-FEEB-4A25-A0B8-AB4D402218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83" name="Google Shape;1783;p6">
            <a:extLst xmlns:a="http://schemas.openxmlformats.org/drawingml/2006/main">
              <a:ext uri="{FF2B5EF4-FFF2-40B4-BE49-F238E27FC236}">
                <a16:creationId xmlns:a16="http://schemas.microsoft.com/office/drawing/2014/main" id="{CB2AA384-50A4-4C43-9FCB-EF732603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5720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800" b="1" i="0" u="none" cap="none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84" name="Google Shape;1784;p6">
            <a:extLst xmlns:a="http://schemas.openxmlformats.org/drawingml/2006/main">
              <a:ext uri="{FF2B5EF4-FFF2-40B4-BE49-F238E27FC236}">
                <a16:creationId xmlns:a16="http://schemas.microsoft.com/office/drawing/2014/main" id="{918A8E72-E18D-4149-8F5A-347DD190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725" y="1333500"/>
            <a:ext cx="6694200" cy="4000500"/>
          </a:xfrm>
          <a:prstGeom xmlns:a="http://schemas.openxmlformats.org/drawingml/2006/main" prst="roundRect">
            <a:avLst>
              <a:gd name="adj" fmla="val 1904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805" name="Google Shape;1785;p6"/>
          <p:cNvGraphicFramePr/>
          <p:nvPr/>
        </p:nvGraphicFramePr>
        <p:xfrm>
          <a:off xmlns:a="http://schemas.openxmlformats.org/drawingml/2006/main" x="4735725" y="152400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{B702B0A0-6DC0-4966-90C7-FB65AAF690CD}</a:tableStyleId>
              </a:tblPr>
              <a:tblGrid>
                <a:gridCol w="2236575"/>
                <a:gridCol w="1066800"/>
                <a:gridCol w="1033850"/>
                <a:gridCol w="1099750"/>
                <a:gridCol w="1066800"/>
              </a:tblGrid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Gate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Proof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State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Result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Residue</a:t>
                      </a:r>
                      <a:endParaRPr sz="1400" b="1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14300" marB="114300"/>
                </a:tc>
              </a:tr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Provision</a:t>
                      </a:r>
                      <a:endParaRPr sz="1400" b="1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3 orders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A846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GREEN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66CC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75 / 75</a:t>
                      </a:r>
                      <a:endParaRPr sz="1400" b="1" u="none" cap="none">
                        <a:solidFill>
                          <a:srgbClr val="22C55E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n/a</a:t>
                      </a:r>
                      <a:endParaRPr sz="1400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33350" marB="133350"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Soak</a:t>
                      </a:r>
                      <a:endParaRPr sz="1400" b="1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3,613 sec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A846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GREEN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66CC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51 / 51</a:t>
                      </a:r>
                      <a:endParaRPr sz="1400" b="1" u="none" cap="none">
                        <a:solidFill>
                          <a:srgbClr val="22C55E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n/a</a:t>
                      </a:r>
                      <a:endParaRPr sz="1400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Function</a:t>
                      </a:r>
                      <a:endParaRPr sz="1400" b="1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catalog journeys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A846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GREEN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66CC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75 / 75</a:t>
                      </a:r>
                      <a:endParaRPr sz="1400" b="1" u="none" cap="none">
                        <a:solidFill>
                          <a:srgbClr val="EE000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n/a</a:t>
                      </a:r>
                      <a:endParaRPr sz="1400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  <a:lnB w="9525" cmpd="sng">
                      <a:solidFill>
                        <a:srgbClr val="E5E7EB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Reclaim</a:t>
                      </a:r>
                      <a:endParaRPr sz="1400" b="1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sequential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A846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GREEN</a:t>
                      </a:r>
                      <a:endParaRPr sz="1400" u="none" cap="none">
                        <a:solidFill>
                          <a:srgbClr val="151515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b="1" u="none" cap="none">
                          <a:solidFill>
                            <a:srgbClr val="0066CC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75 / 75</a:t>
                      </a:r>
                      <a:endParaRPr sz="1400" b="1" u="none" cap="none">
                        <a:solidFill>
                          <a:srgbClr val="EE000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050" u="none" cap="none">
                          <a:solidFill>
                            <a:srgbClr val="5B6573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zero</a:t>
                      </a:r>
                      <a:endParaRPr sz="1400" u="none" cap="none">
                        <a:solidFill>
                          <a:srgbClr val="6B7280"/>
                        </a:solidFill>
                      </a:endParaRPr>
                    </a:p>
                  </a:txBody>
                  <a:tcPr marL="76200" marR="76200" marT="133350" marB="133350">
                    <a:lnT w="9525" cmpd="sng">
                      <a:solidFill>
                        <a:srgbClr val="E5E7EB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787" name="slide-11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B2758F52-9DC9-4559-B0FE-1BC4391D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8" name="slide-11-footer-mask">
            <a:extLst xmlns:a="http://schemas.openxmlformats.org/drawingml/2006/main">
              <a:ext uri="{FF2B5EF4-FFF2-40B4-BE49-F238E27FC236}">
                <a16:creationId xmlns:a16="http://schemas.microsoft.com/office/drawing/2014/main" id="{BE20CAD7-5A36-47C5-893C-9C567F59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9" name="slide-11-kicker">
            <a:extLst xmlns:a="http://schemas.openxmlformats.org/drawingml/2006/main">
              <a:ext uri="{FF2B5EF4-FFF2-40B4-BE49-F238E27FC236}">
                <a16:creationId xmlns:a16="http://schemas.microsoft.com/office/drawing/2014/main" id="{E1903CD2-2313-4E34-8608-163F6E12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Operational evidence</a:t>
            </a:r>
          </a:p>
        </p:txBody>
      </p:sp>
      <p:sp>
        <p:nvSpPr>
          <p:cNvPr id="1790" name="slide-11-classification">
            <a:extLst xmlns:a="http://schemas.openxmlformats.org/drawingml/2006/main">
              <a:ext uri="{FF2B5EF4-FFF2-40B4-BE49-F238E27FC236}">
                <a16:creationId xmlns:a16="http://schemas.microsoft.com/office/drawing/2014/main" id="{6FBF59A5-C026-4902-9AD0-080A0508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91" name="slide-11-footer">
            <a:extLst xmlns:a="http://schemas.openxmlformats.org/drawingml/2006/main">
              <a:ext uri="{FF2B5EF4-FFF2-40B4-BE49-F238E27FC236}">
                <a16:creationId xmlns:a16="http://schemas.microsoft.com/office/drawing/2014/main" id="{A0A8C4BC-1633-4A9B-B71D-7587684F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11</a:t>
            </a:r>
          </a:p>
        </p:txBody>
      </p:sp>
      <p:sp>
        <p:nvSpPr>
          <p:cNvPr id="1792" name="evidence-headline">
            <a:extLst xmlns:a="http://schemas.openxmlformats.org/drawingml/2006/main">
              <a:ext uri="{FF2B5EF4-FFF2-40B4-BE49-F238E27FC236}">
                <a16:creationId xmlns:a16="http://schemas.microsoft.com/office/drawing/2014/main" id="{B6919D01-6289-4561-9A48-1CA7D274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Evidence is part</a:t>
            </a:r>
          </a:p>
          <a:p xmlns:a="http://schemas.openxmlformats.org/drawingml/2006/main">
            <a:pPr>
              <a:def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of delivery.</a:t>
            </a:r>
          </a:p>
        </p:txBody>
      </p:sp>
      <p:sp>
        <p:nvSpPr>
          <p:cNvPr id="1793" name="evidence-lineage-label">
            <a:extLst xmlns:a="http://schemas.openxmlformats.org/drawingml/2006/main">
              <a:ext uri="{FF2B5EF4-FFF2-40B4-BE49-F238E27FC236}">
                <a16:creationId xmlns:a16="http://schemas.microsoft.com/office/drawing/2014/main" id="{509E98A1-CC58-49E0-8EC5-8B0BDA02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Lineage</a:t>
            </a:r>
          </a:p>
        </p:txBody>
      </p:sp>
      <p:sp>
        <p:nvSpPr>
          <p:cNvPr id="1794" name="evidence-lineage-value">
            <a:extLst xmlns:a="http://schemas.openxmlformats.org/drawingml/2006/main">
              <a:ext uri="{FF2B5EF4-FFF2-40B4-BE49-F238E27FC236}">
                <a16:creationId xmlns:a16="http://schemas.microsoft.com/office/drawing/2014/main" id="{6E20A387-01DC-4E7C-8E94-A2735FD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Commit, image digests, catalog version, order, seat, namespace, tenant, and cluster.</a:t>
            </a:r>
          </a:p>
        </p:txBody>
      </p:sp>
      <p:sp>
        <p:nvSpPr>
          <p:cNvPr id="1795" name="evidence-function-label">
            <a:extLst xmlns:a="http://schemas.openxmlformats.org/drawingml/2006/main">
              <a:ext uri="{FF2B5EF4-FFF2-40B4-BE49-F238E27FC236}">
                <a16:creationId xmlns:a16="http://schemas.microsoft.com/office/drawing/2014/main" id="{DBBB4F26-4F90-4959-9DA4-A46FC28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Function</a:t>
            </a:r>
          </a:p>
        </p:txBody>
      </p:sp>
      <p:sp>
        <p:nvSpPr>
          <p:cNvPr id="1796" name="evidence-function-value">
            <a:extLst xmlns:a="http://schemas.openxmlformats.org/drawingml/2006/main">
              <a:ext uri="{FF2B5EF4-FFF2-40B4-BE49-F238E27FC236}">
                <a16:creationId xmlns:a16="http://schemas.microsoft.com/office/drawing/2014/main" id="{4610A640-518A-4FA3-A775-F719A76E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Readiness, learner journey, authorization, timing, model result, and failure path.</a:t>
            </a:r>
          </a:p>
        </p:txBody>
      </p:sp>
      <p:sp>
        <p:nvSpPr>
          <p:cNvPr id="1797" name="evidence-cleanup-label">
            <a:extLst xmlns:a="http://schemas.openxmlformats.org/drawingml/2006/main">
              <a:ext uri="{FF2B5EF4-FFF2-40B4-BE49-F238E27FC236}">
                <a16:creationId xmlns:a16="http://schemas.microsoft.com/office/drawing/2014/main" id="{F1F6E08A-A8B8-4792-8A1D-E649E80E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Closure</a:t>
            </a:r>
          </a:p>
        </p:txBody>
      </p:sp>
      <p:sp>
        <p:nvSpPr>
          <p:cNvPr id="1798" name="evidence-cleanup-value">
            <a:extLst xmlns:a="http://schemas.openxmlformats.org/drawingml/2006/main">
              <a:ext uri="{FF2B5EF4-FFF2-40B4-BE49-F238E27FC236}">
                <a16:creationId xmlns:a16="http://schemas.microsoft.com/office/drawing/2014/main" id="{0FD7CC6D-C925-4003-B829-43A20C14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Audit events, group reclaim, residue counts, artifact hashes, and scored rubric.</a:t>
            </a:r>
          </a:p>
        </p:txBody>
      </p:sp>
    </p:spTree>
    <p:extLst>
      <p:ext uri="{BB962C8B-B14F-4D97-AF65-F5344CB8AC3E}">
        <p14:creationId xmlns:p14="http://schemas.microsoft.com/office/powerpoint/2010/main" val="31651455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477667485bd47a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60" name="Google Shape;1715;p3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1" name="Google Shape;1716;p3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62" name="Google Shape;1717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39889d8cfa4a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18" name="Google Shape;1718;p3">
            <a:extLst xmlns:a="http://schemas.openxmlformats.org/drawingml/2006/main">
              <a:ext uri="{FF2B5EF4-FFF2-40B4-BE49-F238E27FC236}">
                <a16:creationId xmlns:a16="http://schemas.microsoft.com/office/drawing/2014/main" id="{97F6FFD8-F46D-49F6-9963-16D48B26CD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19" name="Google Shape;1719;p3">
            <a:extLst xmlns:a="http://schemas.openxmlformats.org/drawingml/2006/main">
              <a:ext uri="{FF2B5EF4-FFF2-40B4-BE49-F238E27FC236}">
                <a16:creationId xmlns:a16="http://schemas.microsoft.com/office/drawing/2014/main" id="{3E47B5C6-4F97-408C-852D-E9126341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4191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3800" b="1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21" name="Google Shape;1721;p3">
            <a:extLst xmlns:a="http://schemas.openxmlformats.org/drawingml/2006/main">
              <a:ext uri="{FF2B5EF4-FFF2-40B4-BE49-F238E27FC236}">
                <a16:creationId xmlns:a16="http://schemas.microsoft.com/office/drawing/2014/main" id="{BFD14549-328D-41EE-8675-6349A980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0" y="1333500"/>
            <a:ext cx="12858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">
            <a:extLst xmlns:a="http://schemas.openxmlformats.org/drawingml/2006/main">
              <a:ext uri="{FF2B5EF4-FFF2-40B4-BE49-F238E27FC236}">
                <a16:creationId xmlns:a16="http://schemas.microsoft.com/office/drawing/2014/main" id="{CF942D43-96F6-46F2-B6E8-1F88218D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0" y="1333500"/>
            <a:ext cx="1285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24" name="Google Shape;1724;p3">
            <a:extLst xmlns:a="http://schemas.openxmlformats.org/drawingml/2006/main">
              <a:ext uri="{FF2B5EF4-FFF2-40B4-BE49-F238E27FC236}">
                <a16:creationId xmlns:a16="http://schemas.microsoft.com/office/drawing/2014/main" id="{B7F2077D-9454-4D6A-9FDF-521564E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2750" y="1333500"/>
            <a:ext cx="12858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">
            <a:extLst xmlns:a="http://schemas.openxmlformats.org/drawingml/2006/main">
              <a:ext uri="{FF2B5EF4-FFF2-40B4-BE49-F238E27FC236}">
                <a16:creationId xmlns:a16="http://schemas.microsoft.com/office/drawing/2014/main" id="{F032A0A0-FD9F-4FB1-AB63-FF63E66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2750" y="1333500"/>
            <a:ext cx="1285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27" name="Google Shape;1727;p3">
            <a:extLst xmlns:a="http://schemas.openxmlformats.org/drawingml/2006/main">
              <a:ext uri="{FF2B5EF4-FFF2-40B4-BE49-F238E27FC236}">
                <a16:creationId xmlns:a16="http://schemas.microsoft.com/office/drawing/2014/main" id="{4E9FD287-7FDA-4274-BFDE-8A964E9A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0" y="1333500"/>
            <a:ext cx="12858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">
            <a:extLst xmlns:a="http://schemas.openxmlformats.org/drawingml/2006/main">
              <a:ext uri="{FF2B5EF4-FFF2-40B4-BE49-F238E27FC236}">
                <a16:creationId xmlns:a16="http://schemas.microsoft.com/office/drawing/2014/main" id="{C54C74F9-E9CE-4621-8101-CB6D0BC5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0" y="1333500"/>
            <a:ext cx="1285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30" name="Google Shape;1730;p3">
            <a:extLst xmlns:a="http://schemas.openxmlformats.org/drawingml/2006/main">
              <a:ext uri="{FF2B5EF4-FFF2-40B4-BE49-F238E27FC236}">
                <a16:creationId xmlns:a16="http://schemas.microsoft.com/office/drawing/2014/main" id="{C3409040-C81F-4233-87FD-D9818CAD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0250" y="1333500"/>
            <a:ext cx="12858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3">
            <a:extLst xmlns:a="http://schemas.openxmlformats.org/drawingml/2006/main">
              <a:ext uri="{FF2B5EF4-FFF2-40B4-BE49-F238E27FC236}">
                <a16:creationId xmlns:a16="http://schemas.microsoft.com/office/drawing/2014/main" id="{FDF778BF-20BD-4C5B-B31A-DD2677AF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0250" y="1333500"/>
            <a:ext cx="1285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32" name="Google Shape;1732;p3">
            <a:extLst xmlns:a="http://schemas.openxmlformats.org/drawingml/2006/main">
              <a:ext uri="{FF2B5EF4-FFF2-40B4-BE49-F238E27FC236}">
                <a16:creationId xmlns:a16="http://schemas.microsoft.com/office/drawing/2014/main" id="{E6F5190A-AF6A-40FD-9AF0-E82247C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2000250"/>
            <a:ext cx="4286400" cy="3048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0"/>
                </a:moveTo>
                <a:lnTo>
                  <a:pt x="0" y="56250"/>
                </a:lnTo>
                <a:lnTo>
                  <a:pt x="120000" y="56250"/>
                </a:lnTo>
                <a:lnTo>
                  <a:pt x="120000" y="0"/>
                </a:lnTo>
                <a:moveTo>
                  <a:pt x="40000" y="0"/>
                </a:moveTo>
                <a:lnTo>
                  <a:pt x="40000" y="56250"/>
                </a:lnTo>
                <a:moveTo>
                  <a:pt x="80000" y="0"/>
                </a:moveTo>
                <a:lnTo>
                  <a:pt x="80000" y="56250"/>
                </a:lnTo>
                <a:moveTo>
                  <a:pt x="60000" y="56250"/>
                </a:moveTo>
                <a:lnTo>
                  <a:pt x="60000" y="12000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 cmpd="sng">
            <a:solidFill>
              <a:srgbClr val="D1D5D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3">
            <a:extLst xmlns:a="http://schemas.openxmlformats.org/drawingml/2006/main">
              <a:ext uri="{FF2B5EF4-FFF2-40B4-BE49-F238E27FC236}">
                <a16:creationId xmlns:a16="http://schemas.microsoft.com/office/drawing/2014/main" id="{3E160B0E-18B3-4633-A516-6BAE1623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85800" cy="762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0"/>
                </a:moveTo>
                <a:lnTo>
                  <a:pt x="60000" y="120000"/>
                </a:lnTo>
                <a:lnTo>
                  <a:pt x="120000" y="0"/>
                </a:lnTo>
                <a:close/>
              </a:path>
            </a:pathLst>
          </a:custGeom>
          <a:solidFill xmlns:a="http://schemas.openxmlformats.org/drawingml/2006/main">
            <a:srgbClr val="D1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">
            <a:extLst xmlns:a="http://schemas.openxmlformats.org/drawingml/2006/main">
              <a:ext uri="{FF2B5EF4-FFF2-40B4-BE49-F238E27FC236}">
                <a16:creationId xmlns:a16="http://schemas.microsoft.com/office/drawing/2014/main" id="{C1D1A8A2-A856-46DF-A2AA-943F0F7A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0" y="2381250"/>
            <a:ext cx="5572200" cy="2381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">
            <a:extLst xmlns:a="http://schemas.openxmlformats.org/drawingml/2006/main">
              <a:ext uri="{FF2B5EF4-FFF2-40B4-BE49-F238E27FC236}">
                <a16:creationId xmlns:a16="http://schemas.microsoft.com/office/drawing/2014/main" id="{884DA068-6AC2-42A8-9657-4BB988E5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0" y="2381250"/>
            <a:ext cx="152400" cy="23814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4800"/>
                </a:moveTo>
                <a:cubicBezTo>
                  <a:pt x="0" y="2149"/>
                  <a:pt x="33578" y="0"/>
                  <a:pt x="75000" y="0"/>
                </a:cubicBezTo>
                <a:lnTo>
                  <a:pt x="120000" y="0"/>
                </a:lnTo>
                <a:lnTo>
                  <a:pt x="120000" y="120000"/>
                </a:lnTo>
                <a:lnTo>
                  <a:pt x="75000" y="120000"/>
                </a:lnTo>
                <a:cubicBezTo>
                  <a:pt x="33578" y="120000"/>
                  <a:pt x="0" y="117851"/>
                  <a:pt x="0" y="115200"/>
                </a:cubicBezTo>
                <a:close/>
              </a:path>
            </a:pathLst>
          </a:cu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3">
            <a:extLst xmlns:a="http://schemas.openxmlformats.org/drawingml/2006/main">
              <a:ext uri="{FF2B5EF4-FFF2-40B4-BE49-F238E27FC236}">
                <a16:creationId xmlns:a16="http://schemas.microsoft.com/office/drawing/2014/main" id="{3D4DBD76-B02C-4E79-8A0E-EB3E625E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9750" y="2524125"/>
            <a:ext cx="5048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E0000"/>
                </a:solidFill>
                <a:latin typeface="Red Hat Display ExtraBold"/>
                <a:ea typeface="Red Hat Display ExtraBold"/>
                <a:cs typeface="Red Hat Display ExtraBold"/>
              </a:rPr>
              <a:t/>
            </a:r>
            <a:endParaRPr sz="1000" b="0">
              <a:solidFill>
                <a:srgbClr val="EE0000"/>
              </a:solidFill>
              <a:latin typeface="Red Hat Display ExtraBold"/>
              <a:ea typeface="Red Hat Display ExtraBold"/>
              <a:cs typeface="Red Hat Display ExtraBold"/>
            </a:endParaRPr>
          </a:p>
        </p:txBody>
      </p:sp>
      <p:cxnSp>
        <p:nvCxnSpPr>
          <p:cNvPr id="1778" name="Google Shape;1738;p3"/>
          <p:cNvCxnSpPr/>
          <p:nvPr/>
        </p:nvCxnSpPr>
        <p:spPr>
          <a:xfrm xmlns:a="http://schemas.openxmlformats.org/drawingml/2006/main">
            <a:off x="8120063" y="4762500"/>
            <a:ext cx="0" cy="2097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9" name="Google Shape;1739;p3">
            <a:extLst xmlns:a="http://schemas.openxmlformats.org/drawingml/2006/main">
              <a:ext uri="{FF2B5EF4-FFF2-40B4-BE49-F238E27FC236}">
                <a16:creationId xmlns:a16="http://schemas.microsoft.com/office/drawing/2014/main" id="{82345F99-0C0A-4FAC-BFEE-BE9339B6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72050"/>
            <a:ext cx="85800" cy="76200"/>
          </a:xfrm>
          <a:custGeom xmlns:a="http://schemas.openxmlformats.org/drawingml/2006/main">
            <a:rect l="l" t="t" r="r" b="b"/>
            <a:pathLst>
              <a:path w="120000" h="120000">
                <a:moveTo>
                  <a:pt x="0" y="0"/>
                </a:moveTo>
                <a:lnTo>
                  <a:pt x="60000" y="120000"/>
                </a:lnTo>
                <a:lnTo>
                  <a:pt x="120000" y="0"/>
                </a:lnTo>
                <a:close/>
              </a:path>
            </a:pathLst>
          </a:custGeom>
          <a:solidFill xmlns:a="http://schemas.openxmlformats.org/drawingml/2006/main">
            <a:srgbClr val="D1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">
            <a:extLst xmlns:a="http://schemas.openxmlformats.org/drawingml/2006/main">
              <a:ext uri="{FF2B5EF4-FFF2-40B4-BE49-F238E27FC236}">
                <a16:creationId xmlns:a16="http://schemas.microsoft.com/office/drawing/2014/main" id="{857A4E5E-5492-451A-BCE7-5A57CED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0300" y="5048250"/>
            <a:ext cx="3810000" cy="666900"/>
          </a:xfrm>
          <a:prstGeom xmlns:a="http://schemas.openxmlformats.org/drawingml/2006/main" prst="roundRect">
            <a:avLst>
              <a:gd name="adj" fmla="val 1142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">
            <a:extLst xmlns:a="http://schemas.openxmlformats.org/drawingml/2006/main">
              <a:ext uri="{FF2B5EF4-FFF2-40B4-BE49-F238E27FC236}">
                <a16:creationId xmlns:a16="http://schemas.microsoft.com/office/drawing/2014/main" id="{FBAC37D2-24E6-404A-828D-36D702AF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0300" y="5048250"/>
            <a:ext cx="38100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3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44" name="slide-12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6F9AD37F-9596-49F8-91D6-A1DE2B3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5" name="slide-12-footer-mask">
            <a:extLst xmlns:a="http://schemas.openxmlformats.org/drawingml/2006/main">
              <a:ext uri="{FF2B5EF4-FFF2-40B4-BE49-F238E27FC236}">
                <a16:creationId xmlns:a16="http://schemas.microsoft.com/office/drawing/2014/main" id="{38A59A9B-4C93-46A8-A5DF-4736EEDE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6" name="slide-12-kicker">
            <a:extLst xmlns:a="http://schemas.openxmlformats.org/drawingml/2006/main">
              <a:ext uri="{FF2B5EF4-FFF2-40B4-BE49-F238E27FC236}">
                <a16:creationId xmlns:a16="http://schemas.microsoft.com/office/drawing/2014/main" id="{72AEF97C-1B07-4089-BA2B-6A8698D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Operations intelligence</a:t>
            </a:r>
          </a:p>
        </p:txBody>
      </p:sp>
      <p:sp>
        <p:nvSpPr>
          <p:cNvPr id="1747" name="slide-12-classification">
            <a:extLst xmlns:a="http://schemas.openxmlformats.org/drawingml/2006/main">
              <a:ext uri="{FF2B5EF4-FFF2-40B4-BE49-F238E27FC236}">
                <a16:creationId xmlns:a16="http://schemas.microsoft.com/office/drawing/2014/main" id="{17CA74BC-EFD1-45ED-8429-AA661A7C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48" name="slide-12-footer">
            <a:extLst xmlns:a="http://schemas.openxmlformats.org/drawingml/2006/main">
              <a:ext uri="{FF2B5EF4-FFF2-40B4-BE49-F238E27FC236}">
                <a16:creationId xmlns:a16="http://schemas.microsoft.com/office/drawing/2014/main" id="{A9D13F39-B073-4D5D-B834-F0935424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12</a:t>
            </a:r>
          </a:p>
        </p:txBody>
      </p:sp>
      <p:sp>
        <p:nvSpPr>
          <p:cNvPr id="1749" name="ops-headline">
            <a:extLst xmlns:a="http://schemas.openxmlformats.org/drawingml/2006/main">
              <a:ext uri="{FF2B5EF4-FFF2-40B4-BE49-F238E27FC236}">
                <a16:creationId xmlns:a16="http://schemas.microsoft.com/office/drawing/2014/main" id="{DCE80A01-24CC-4251-B042-B65325C2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7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Signals do not become</a:t>
            </a:r>
          </a:p>
          <a:p xmlns:a="http://schemas.openxmlformats.org/drawingml/2006/main">
            <a:pPr>
              <a:defRPr sz="27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7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mutation authority.</a:t>
            </a:r>
          </a:p>
        </p:txBody>
      </p:sp>
      <p:sp>
        <p:nvSpPr>
          <p:cNvPr id="1750" name="ops-body">
            <a:extLst xmlns:a="http://schemas.openxmlformats.org/drawingml/2006/main">
              <a:ext uri="{FF2B5EF4-FFF2-40B4-BE49-F238E27FC236}">
                <a16:creationId xmlns:a16="http://schemas.microsoft.com/office/drawing/2014/main" id="{F77DF7E1-F095-4E38-A5BD-73C916BB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3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DeepField, StarGate, and a governed decision provider can improve diagnosis while Launchpad retains the lifecycle write path.</a:t>
            </a:r>
          </a:p>
        </p:txBody>
      </p:sp>
      <p:sp>
        <p:nvSpPr>
          <p:cNvPr id="1751" name="ops-boundary">
            <a:extLst xmlns:a="http://schemas.openxmlformats.org/drawingml/2006/main">
              <a:ext uri="{FF2B5EF4-FFF2-40B4-BE49-F238E27FC236}">
                <a16:creationId xmlns:a16="http://schemas.microsoft.com/office/drawing/2014/main" id="{76BE405F-09F9-42F5-B848-29D84486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GCL versus GeoLux is a contract decision still to be made.</a:t>
            </a:r>
          </a:p>
        </p:txBody>
      </p:sp>
      <p:sp>
        <p:nvSpPr>
          <p:cNvPr id="1752" name="ops-card-1">
            <a:extLst xmlns:a="http://schemas.openxmlformats.org/drawingml/2006/main">
              <a:ext uri="{FF2B5EF4-FFF2-40B4-BE49-F238E27FC236}">
                <a16:creationId xmlns:a16="http://schemas.microsoft.com/office/drawing/2014/main" id="{C3B1771F-30E0-4635-BA70-FB0E04CD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7637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DeepField</a:t>
            </a:r>
          </a:p>
          <a:p xmlns:a="http://schemas.openxmlformats.org/drawingml/2006/main">
            <a:pPr algn="ctr">
              <a:def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fleet signals</a:t>
            </a:r>
          </a:p>
        </p:txBody>
      </p:sp>
      <p:sp>
        <p:nvSpPr>
          <p:cNvPr id="1753" name="ops-card-2">
            <a:extLst xmlns:a="http://schemas.openxmlformats.org/drawingml/2006/main">
              <a:ext uri="{FF2B5EF4-FFF2-40B4-BE49-F238E27FC236}">
                <a16:creationId xmlns:a16="http://schemas.microsoft.com/office/drawing/2014/main" id="{B7936639-79AB-4EF7-9B74-30C6A283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7637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Launchpad</a:t>
            </a:r>
          </a:p>
          <a:p xmlns:a="http://schemas.openxmlformats.org/drawingml/2006/main">
            <a:pPr algn="ctr">
              <a:defRPr sz="97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lifecycle evidence</a:t>
            </a:r>
          </a:p>
        </p:txBody>
      </p:sp>
      <p:sp>
        <p:nvSpPr>
          <p:cNvPr id="1754" name="ops-card-3">
            <a:extLst xmlns:a="http://schemas.openxmlformats.org/drawingml/2006/main">
              <a:ext uri="{FF2B5EF4-FFF2-40B4-BE49-F238E27FC236}">
                <a16:creationId xmlns:a16="http://schemas.microsoft.com/office/drawing/2014/main" id="{84F55127-9FEC-40D5-9A26-E5B011DB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StarGate</a:t>
            </a:r>
          </a:p>
          <a:p xmlns:a="http://schemas.openxmlformats.org/drawingml/2006/main">
            <a:pPr algn="ctr">
              <a:def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failure class</a:t>
            </a:r>
          </a:p>
        </p:txBody>
      </p:sp>
      <p:sp>
        <p:nvSpPr>
          <p:cNvPr id="1755" name="ops-card-4">
            <a:extLst xmlns:a="http://schemas.openxmlformats.org/drawingml/2006/main">
              <a:ext uri="{FF2B5EF4-FFF2-40B4-BE49-F238E27FC236}">
                <a16:creationId xmlns:a16="http://schemas.microsoft.com/office/drawing/2014/main" id="{600C5AC2-CBBE-4BBA-9956-B61E8CF7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7637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GCL / GeoLux</a:t>
            </a:r>
          </a:p>
          <a:p xmlns:a="http://schemas.openxmlformats.org/drawingml/2006/main">
            <a:pPr algn="ctr">
              <a:def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proposal</a:t>
            </a:r>
          </a:p>
        </p:txBody>
      </p:sp>
      <p:sp>
        <p:nvSpPr>
          <p:cNvPr id="1756" name="ops-gate-kicker">
            <a:extLst xmlns:a="http://schemas.openxmlformats.org/drawingml/2006/main">
              <a:ext uri="{FF2B5EF4-FFF2-40B4-BE49-F238E27FC236}">
                <a16:creationId xmlns:a16="http://schemas.microsoft.com/office/drawing/2014/main" id="{ECE7001F-D2F7-4754-95C4-5D15FA87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05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LAUNCHPAD REMEDIATION POLICY</a:t>
            </a:r>
          </a:p>
        </p:txBody>
      </p:sp>
      <p:sp>
        <p:nvSpPr>
          <p:cNvPr id="1757" name="ops-gate-body">
            <a:extLst xmlns:a="http://schemas.openxmlformats.org/drawingml/2006/main">
              <a:ext uri="{FF2B5EF4-FFF2-40B4-BE49-F238E27FC236}">
                <a16:creationId xmlns:a16="http://schemas.microsoft.com/office/drawing/2014/main" id="{8555B7FC-9653-449E-B817-F1BD54C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1  Correlate evidence and target ownership</a:t>
            </a:r>
          </a:p>
          <a:p xmlns:a="http://schemas.openxmlformats.org/drawingml/2006/main">
            <a:pPr>
              <a:def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2  Bound the action, retry budget, and approval mode</a:t>
            </a:r>
          </a:p>
          <a:p xmlns:a="http://schemas.openxmlformats.org/drawingml/2006/main">
            <a:pPr>
              <a:def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3  Execute only through the persisted cluster client</a:t>
            </a:r>
          </a:p>
        </p:txBody>
      </p:sp>
      <p:sp>
        <p:nvSpPr>
          <p:cNvPr id="1758" name="ops-gate-result">
            <a:extLst xmlns:a="http://schemas.openxmlformats.org/drawingml/2006/main">
              <a:ext uri="{FF2B5EF4-FFF2-40B4-BE49-F238E27FC236}">
                <a16:creationId xmlns:a16="http://schemas.microsoft.com/office/drawing/2014/main" id="{1FE6088F-7922-4DF0-8A36-B9907CA8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433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6B4F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00" b="1" i="0">
                <a:solidFill>
                  <a:srgbClr val="006B4F"/>
                </a:solidFill>
                <a:latin typeface="Red Hat Display"/>
                <a:ea typeface="Red Hat Display"/>
                <a:cs typeface="Red Hat Display"/>
              </a:rPr>
              <a:t>Post-action validation · audit · circuit breaker</a:t>
            </a:r>
          </a:p>
        </p:txBody>
      </p:sp>
      <p:sp>
        <p:nvSpPr>
          <p:cNvPr id="1759" name="ops-targets">
            <a:extLst xmlns:a="http://schemas.openxmlformats.org/drawingml/2006/main">
              <a:ext uri="{FF2B5EF4-FFF2-40B4-BE49-F238E27FC236}">
                <a16:creationId xmlns:a16="http://schemas.microsoft.com/office/drawing/2014/main" id="{C5290DDC-03BF-4110-B2AE-59E95B27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720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Persisted-cluster executor</a:t>
            </a:r>
          </a:p>
          <a:p xmlns:a="http://schemas.openxmlformats.org/drawingml/2006/main">
            <a:pPr algn="ctr">
              <a:def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Launchpad remains the only lifecycle mutation authority</a:t>
            </a:r>
          </a:p>
        </p:txBody>
      </p:sp>
    </p:spTree>
    <p:extLst>
      <p:ext uri="{BB962C8B-B14F-4D97-AF65-F5344CB8AC3E}">
        <p14:creationId xmlns:p14="http://schemas.microsoft.com/office/powerpoint/2010/main" val="16762844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78" name="Google Shape;1748;p4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9" name="Google Shape;1749;p4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80" name="Google Shape;175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6de0be492841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51" name="Google Shape;1751;p4">
            <a:extLst xmlns:a="http://schemas.openxmlformats.org/drawingml/2006/main">
              <a:ext uri="{FF2B5EF4-FFF2-40B4-BE49-F238E27FC236}">
                <a16:creationId xmlns:a16="http://schemas.microsoft.com/office/drawing/2014/main" id="{DC1845E4-0FE3-4700-938A-4FC087E077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52" name="Google Shape;1752;p4">
            <a:extLst xmlns:a="http://schemas.openxmlformats.org/drawingml/2006/main">
              <a:ext uri="{FF2B5EF4-FFF2-40B4-BE49-F238E27FC236}">
                <a16:creationId xmlns:a16="http://schemas.microsoft.com/office/drawing/2014/main" id="{7EC10081-DD4D-4F4E-8BB2-3085FE40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0" y="15240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sz="26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600" b="1" i="0" u="none" cap="none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3" name="Google Shape;1753;p4">
            <a:extLst xmlns:a="http://schemas.openxmlformats.org/drawingml/2006/main">
              <a:ext uri="{FF2B5EF4-FFF2-40B4-BE49-F238E27FC236}">
                <a16:creationId xmlns:a16="http://schemas.microsoft.com/office/drawing/2014/main" id="{02580CD3-1F60-4AC0-9906-B533429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0" y="4000500"/>
            <a:ext cx="4191000" cy="14289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4" name="Google Shape;1754;p4">
            <a:extLst xmlns:a="http://schemas.openxmlformats.org/drawingml/2006/main">
              <a:ext uri="{FF2B5EF4-FFF2-40B4-BE49-F238E27FC236}">
                <a16:creationId xmlns:a16="http://schemas.microsoft.com/office/drawing/2014/main" id="{04C87A70-2A87-41DD-8F40-0AC4B79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0" y="4000500"/>
            <a:ext cx="4191000" cy="14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6B728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100" b="1" i="0" u="none" cap="none">
              <a:solidFill>
                <a:srgbClr val="6B728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5" name="Google Shape;1755;p4">
            <a:extLst xmlns:a="http://schemas.openxmlformats.org/drawingml/2006/main">
              <a:ext uri="{FF2B5EF4-FFF2-40B4-BE49-F238E27FC236}">
                <a16:creationId xmlns:a16="http://schemas.microsoft.com/office/drawing/2014/main" id="{ACB91246-0177-44DD-817D-36CF6AFF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5715000" cy="1047900"/>
          </a:xfrm>
          <a:prstGeom xmlns:a="http://schemas.openxmlformats.org/drawingml/2006/main" prst="roundRect">
            <a:avLst>
              <a:gd name="adj" fmla="val 7272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6" name="Google Shape;1756;p4">
            <a:extLst xmlns:a="http://schemas.openxmlformats.org/drawingml/2006/main">
              <a:ext uri="{FF2B5EF4-FFF2-40B4-BE49-F238E27FC236}">
                <a16:creationId xmlns:a16="http://schemas.microsoft.com/office/drawing/2014/main" id="{B6583E02-E7AE-4F48-80F7-D2FB5BA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57150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6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7" name="Google Shape;1757;p4">
            <a:extLst xmlns:a="http://schemas.openxmlformats.org/drawingml/2006/main">
              <a:ext uri="{FF2B5EF4-FFF2-40B4-BE49-F238E27FC236}">
                <a16:creationId xmlns:a16="http://schemas.microsoft.com/office/drawing/2014/main" id="{297F4933-0B86-4181-85E1-8345DD2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5715000" cy="1238400"/>
          </a:xfrm>
          <a:prstGeom xmlns:a="http://schemas.openxmlformats.org/drawingml/2006/main" prst="roundRect">
            <a:avLst>
              <a:gd name="adj" fmla="val 6153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8" name="Google Shape;1758;p4">
            <a:extLst xmlns:a="http://schemas.openxmlformats.org/drawingml/2006/main">
              <a:ext uri="{FF2B5EF4-FFF2-40B4-BE49-F238E27FC236}">
                <a16:creationId xmlns:a16="http://schemas.microsoft.com/office/drawing/2014/main" id="{7DEC50BF-6DEC-46D9-95EA-75DE7B4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5715000" cy="12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0071C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6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9" name="Google Shape;1759;p4">
            <a:extLst xmlns:a="http://schemas.openxmlformats.org/drawingml/2006/main">
              <a:ext uri="{FF2B5EF4-FFF2-40B4-BE49-F238E27FC236}">
                <a16:creationId xmlns:a16="http://schemas.microsoft.com/office/drawing/2014/main" id="{CC7C7A7B-B1FE-483D-A422-1865F143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91000"/>
            <a:ext cx="5715000" cy="1238400"/>
          </a:xfrm>
          <a:prstGeom xmlns:a="http://schemas.openxmlformats.org/drawingml/2006/main" prst="roundRect">
            <a:avLst>
              <a:gd name="adj" fmla="val 6153"/>
            </a:avLst>
          </a:prstGeom>
          <a:solidFill xmlns:a="http://schemas.openxmlformats.org/drawingml/2006/main">
            <a:srgbClr val="F4FDF7"/>
          </a:solidFill>
          <a:ln xmlns:a="http://schemas.openxmlformats.org/drawingml/2006/main" w="14300" cmpd="sng">
            <a:solidFill>
              <a:srgbClr val="A7F3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0" name="Google Shape;1760;p4">
            <a:extLst xmlns:a="http://schemas.openxmlformats.org/drawingml/2006/main">
              <a:ext uri="{FF2B5EF4-FFF2-40B4-BE49-F238E27FC236}">
                <a16:creationId xmlns:a16="http://schemas.microsoft.com/office/drawing/2014/main" id="{11A7D987-90E8-4F30-AB18-F157516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91000"/>
            <a:ext cx="5715000" cy="12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190500" rIns="190500" bIns="19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22C55E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6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62" name="slide-13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47AB0E05-B302-4EAA-A9AA-FE0CAE16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3" name="slide-13-footer-mask">
            <a:extLst xmlns:a="http://schemas.openxmlformats.org/drawingml/2006/main">
              <a:ext uri="{FF2B5EF4-FFF2-40B4-BE49-F238E27FC236}">
                <a16:creationId xmlns:a16="http://schemas.microsoft.com/office/drawing/2014/main" id="{969BF58A-0D21-4D6B-B364-2EA578FB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4" name="slide-13-kicker">
            <a:extLst xmlns:a="http://schemas.openxmlformats.org/drawingml/2006/main">
              <a:ext uri="{FF2B5EF4-FFF2-40B4-BE49-F238E27FC236}">
                <a16:creationId xmlns:a16="http://schemas.microsoft.com/office/drawing/2014/main" id="{0FED3FC5-5C2B-49A1-BF32-621A9630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Remediation safety</a:t>
            </a:r>
          </a:p>
        </p:txBody>
      </p:sp>
      <p:sp>
        <p:nvSpPr>
          <p:cNvPr id="1765" name="slide-13-classification">
            <a:extLst xmlns:a="http://schemas.openxmlformats.org/drawingml/2006/main">
              <a:ext uri="{FF2B5EF4-FFF2-40B4-BE49-F238E27FC236}">
                <a16:creationId xmlns:a16="http://schemas.microsoft.com/office/drawing/2014/main" id="{A742769E-53C7-4051-82F3-009C9CF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66" name="slide-13-footer">
            <a:extLst xmlns:a="http://schemas.openxmlformats.org/drawingml/2006/main">
              <a:ext uri="{FF2B5EF4-FFF2-40B4-BE49-F238E27FC236}">
                <a16:creationId xmlns:a16="http://schemas.microsoft.com/office/drawing/2014/main" id="{E2062904-ED60-4CFB-B469-8D45FA98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13</a:t>
            </a:r>
          </a:p>
        </p:txBody>
      </p:sp>
      <p:sp>
        <p:nvSpPr>
          <p:cNvPr id="1767" name="safety-headline">
            <a:extLst xmlns:a="http://schemas.openxmlformats.org/drawingml/2006/main">
              <a:ext uri="{FF2B5EF4-FFF2-40B4-BE49-F238E27FC236}">
                <a16:creationId xmlns:a16="http://schemas.microsoft.com/office/drawing/2014/main" id="{683169FF-4FA6-41A8-9B8B-E04F0673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71625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40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Autonomy graduates</a:t>
            </a:r>
          </a:p>
          <a:p xmlns:a="http://schemas.openxmlformats.org/drawingml/2006/main">
            <a:pPr>
              <a:defRPr sz="240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40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one failure class at a time.</a:t>
            </a:r>
          </a:p>
        </p:txBody>
      </p:sp>
      <p:sp>
        <p:nvSpPr>
          <p:cNvPr id="1768" name="safety-body">
            <a:extLst xmlns:a="http://schemas.openxmlformats.org/drawingml/2006/main">
              <a:ext uri="{FF2B5EF4-FFF2-40B4-BE49-F238E27FC236}">
                <a16:creationId xmlns:a16="http://schemas.microsoft.com/office/drawing/2014/main" id="{C7DB28D1-DFCB-4117-B6C0-1E45EC2D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2890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72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Every action needs ownership, idempotence, post-action validation, and a bounded rollback or stop condition.</a:t>
            </a:r>
          </a:p>
        </p:txBody>
      </p:sp>
      <p:sp>
        <p:nvSpPr>
          <p:cNvPr id="1769" name="safety-rule-label">
            <a:extLst xmlns:a="http://schemas.openxmlformats.org/drawingml/2006/main">
              <a:ext uri="{FF2B5EF4-FFF2-40B4-BE49-F238E27FC236}">
                <a16:creationId xmlns:a16="http://schemas.microsoft.com/office/drawing/2014/main" id="{C89D8138-764F-4911-AE65-D5417FF2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38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01 Observe</a:t>
            </a:r>
          </a:p>
        </p:txBody>
      </p:sp>
      <p:sp>
        <p:nvSpPr>
          <p:cNvPr id="1770" name="safety-rule">
            <a:extLst xmlns:a="http://schemas.openxmlformats.org/drawingml/2006/main">
              <a:ext uri="{FF2B5EF4-FFF2-40B4-BE49-F238E27FC236}">
                <a16:creationId xmlns:a16="http://schemas.microsoft.com/office/drawing/2014/main" id="{87EF2B69-6C51-45FC-8ADD-6D94A85F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24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02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evidence + runbook</a:t>
            </a:r>
          </a:p>
        </p:txBody>
      </p:sp>
      <p:sp>
        <p:nvSpPr>
          <p:cNvPr id="1771" name="safety-rule-body">
            <a:extLst xmlns:a="http://schemas.openxmlformats.org/drawingml/2006/main">
              <a:ext uri="{FF2B5EF4-FFF2-40B4-BE49-F238E27FC236}">
                <a16:creationId xmlns:a16="http://schemas.microsoft.com/office/drawing/2014/main" id="{34FBECA6-9A2D-40D0-BCB5-B9B2200F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53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The operator acts while failure evidence and outcomes are recorded.</a:t>
            </a:r>
          </a:p>
        </p:txBody>
      </p:sp>
      <p:sp>
        <p:nvSpPr>
          <p:cNvPr id="1772" name="safety-step-2-title">
            <a:extLst xmlns:a="http://schemas.openxmlformats.org/drawingml/2006/main">
              <a:ext uri="{FF2B5EF4-FFF2-40B4-BE49-F238E27FC236}">
                <a16:creationId xmlns:a16="http://schemas.microsoft.com/office/drawing/2014/main" id="{FEB0D0C4-831E-4DC5-8FE1-4181AFCD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2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02 Recommend</a:t>
            </a:r>
          </a:p>
        </p:txBody>
      </p:sp>
      <p:sp>
        <p:nvSpPr>
          <p:cNvPr id="1773" name="safety-step-2-body">
            <a:extLst xmlns:a="http://schemas.openxmlformats.org/drawingml/2006/main">
              <a:ext uri="{FF2B5EF4-FFF2-40B4-BE49-F238E27FC236}">
                <a16:creationId xmlns:a16="http://schemas.microsoft.com/office/drawing/2014/main" id="{B7043327-70E6-4769-B75B-71E1448E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859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Show one bounded action, its target resources, expected result, and reason for stopping.</a:t>
            </a:r>
          </a:p>
        </p:txBody>
      </p:sp>
      <p:sp>
        <p:nvSpPr>
          <p:cNvPr id="1774" name="safety-step-3-title">
            <a:extLst xmlns:a="http://schemas.openxmlformats.org/drawingml/2006/main">
              <a:ext uri="{FF2B5EF4-FFF2-40B4-BE49-F238E27FC236}">
                <a16:creationId xmlns:a16="http://schemas.microsoft.com/office/drawing/2014/main" id="{05A8D3B4-931C-4764-8FF5-7C5F9BFD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rPr>
              <a:t>03 Approve</a:t>
            </a:r>
          </a:p>
        </p:txBody>
      </p:sp>
      <p:sp>
        <p:nvSpPr>
          <p:cNvPr id="1775" name="safety-step-3-body">
            <a:extLst xmlns:a="http://schemas.openxmlformats.org/drawingml/2006/main">
              <a:ext uri="{FF2B5EF4-FFF2-40B4-BE49-F238E27FC236}">
                <a16:creationId xmlns:a16="http://schemas.microsoft.com/office/drawing/2014/main" id="{7D0BB627-2E9C-4420-82AD-265B744B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7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Require authenticated approval for any mutation beyond the proven allow-list.</a:t>
            </a:r>
          </a:p>
        </p:txBody>
      </p:sp>
      <p:sp>
        <p:nvSpPr>
          <p:cNvPr id="1776" name="safety-step-4-title">
            <a:extLst xmlns:a="http://schemas.openxmlformats.org/drawingml/2006/main">
              <a:ext uri="{FF2B5EF4-FFF2-40B4-BE49-F238E27FC236}">
                <a16:creationId xmlns:a16="http://schemas.microsoft.com/office/drawing/2014/main" id="{56C52BC6-C478-43F0-B954-BE1176D3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24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A846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00A846"/>
                </a:solidFill>
                <a:latin typeface="Red Hat Display"/>
                <a:ea typeface="Red Hat Display"/>
                <a:cs typeface="Red Hat Display"/>
              </a:rPr>
              <a:t>04 Automatic</a:t>
            </a:r>
          </a:p>
        </p:txBody>
      </p:sp>
      <p:sp>
        <p:nvSpPr>
          <p:cNvPr id="1777" name="safety-step-4-body">
            <a:extLst xmlns:a="http://schemas.openxmlformats.org/drawingml/2006/main">
              <a:ext uri="{FF2B5EF4-FFF2-40B4-BE49-F238E27FC236}">
                <a16:creationId xmlns:a16="http://schemas.microsoft.com/office/drawing/2014/main" id="{AD87EB8F-55D9-4275-ABB9-4DC264C2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482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Allow-list only after repeatable proof, retry budgets, validation, rollback, and circuit breaking.</a:t>
            </a:r>
          </a:p>
        </p:txBody>
      </p:sp>
    </p:spTree>
    <p:extLst>
      <p:ext uri="{BB962C8B-B14F-4D97-AF65-F5344CB8AC3E}">
        <p14:creationId xmlns:p14="http://schemas.microsoft.com/office/powerpoint/2010/main" val="15994017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6" name="Google Shape;1766;p5">
            <a:extLst xmlns:a="http://schemas.openxmlformats.org/drawingml/2006/main">
              <a:ext uri="{FF2B5EF4-FFF2-40B4-BE49-F238E27FC236}">
                <a16:creationId xmlns:a16="http://schemas.microsoft.com/office/drawing/2014/main" id="{31AB9CEE-CD02-4670-876C-F2E34735FE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875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000" b="0" i="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 sz="1000" b="0" i="0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</a:endParaRPr>
          </a:p>
        </p:txBody>
      </p:sp>
      <p:sp>
        <p:nvSpPr>
          <p:cNvPr id="1767" name="Google Shape;1767;p5">
            <a:extLst xmlns:a="http://schemas.openxmlformats.org/drawingml/2006/main">
              <a:ext uri="{FF2B5EF4-FFF2-40B4-BE49-F238E27FC236}">
                <a16:creationId xmlns:a16="http://schemas.microsoft.com/office/drawing/2014/main" id="{25924A7D-B1AC-4687-904C-716A5CB15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8850" y="1111772"/>
            <a:ext cx="10422000" cy="55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sz="2600" b="1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600" b="1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68" name="Google Shape;1768;p5">
            <a:extLst xmlns:a="http://schemas.openxmlformats.org/drawingml/2006/main">
              <a:ext uri="{FF2B5EF4-FFF2-40B4-BE49-F238E27FC236}">
                <a16:creationId xmlns:a16="http://schemas.microsoft.com/office/drawing/2014/main" id="{1D8327DB-F0C0-44F4-883B-40922EE2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3" y="1905000"/>
            <a:ext cx="3286200" cy="4048200"/>
          </a:xfrm>
          <a:prstGeom xmlns:a="http://schemas.openxmlformats.org/drawingml/2006/main" prst="roundRect">
            <a:avLst>
              <a:gd name="adj" fmla="val 231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9" name="Google Shape;1769;p5">
            <a:extLst xmlns:a="http://schemas.openxmlformats.org/drawingml/2006/main">
              <a:ext uri="{FF2B5EF4-FFF2-40B4-BE49-F238E27FC236}">
                <a16:creationId xmlns:a16="http://schemas.microsoft.com/office/drawing/2014/main" id="{5A087DDF-87EB-44DA-8304-486A099F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6" y="1827625"/>
            <a:ext cx="3286200" cy="304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5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70" name="Google Shape;1770;p5">
            <a:extLst xmlns:a="http://schemas.openxmlformats.org/drawingml/2006/main">
              <a:ext uri="{FF2B5EF4-FFF2-40B4-BE49-F238E27FC236}">
                <a16:creationId xmlns:a16="http://schemas.microsoft.com/office/drawing/2014/main" id="{342AC6D8-CE66-47F4-9251-84D28F5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747" y="1905000"/>
            <a:ext cx="3286200" cy="4048200"/>
          </a:xfrm>
          <a:prstGeom xmlns:a="http://schemas.openxmlformats.org/drawingml/2006/main" prst="roundRect">
            <a:avLst>
              <a:gd name="adj" fmla="val 231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1" name="Google Shape;1771;p5">
            <a:extLst xmlns:a="http://schemas.openxmlformats.org/drawingml/2006/main">
              <a:ext uri="{FF2B5EF4-FFF2-40B4-BE49-F238E27FC236}">
                <a16:creationId xmlns:a16="http://schemas.microsoft.com/office/drawing/2014/main" id="{FF95A723-B7CE-4351-8908-F870CEE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747" y="1905000"/>
            <a:ext cx="3286200" cy="40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5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72" name="Google Shape;1772;p5">
            <a:extLst xmlns:a="http://schemas.openxmlformats.org/drawingml/2006/main">
              <a:ext uri="{FF2B5EF4-FFF2-40B4-BE49-F238E27FC236}">
                <a16:creationId xmlns:a16="http://schemas.microsoft.com/office/drawing/2014/main" id="{38A2E6FD-9F3D-4DDA-AE17-8FC0C48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623" y="1905000"/>
            <a:ext cx="3286200" cy="4048200"/>
          </a:xfrm>
          <a:prstGeom xmlns:a="http://schemas.openxmlformats.org/drawingml/2006/main" prst="roundRect">
            <a:avLst>
              <a:gd name="adj" fmla="val 2318"/>
            </a:avLst>
          </a:prstGeom>
          <a:solidFill xmlns:a="http://schemas.openxmlformats.org/drawingml/2006/main">
            <a:srgbClr val="F4FDF7"/>
          </a:solidFill>
          <a:ln xmlns:a="http://schemas.openxmlformats.org/drawingml/2006/main" w="14300" cmpd="sng">
            <a:solidFill>
              <a:srgbClr val="A7F3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3" name="Google Shape;1773;p5">
            <a:extLst xmlns:a="http://schemas.openxmlformats.org/drawingml/2006/main">
              <a:ext uri="{FF2B5EF4-FFF2-40B4-BE49-F238E27FC236}">
                <a16:creationId xmlns:a16="http://schemas.microsoft.com/office/drawing/2014/main" id="{67EF12A7-B5E9-4E18-8E35-A6C09FF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623" y="1905000"/>
            <a:ext cx="3286200" cy="40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500" b="1" i="0" u="none" cap="none">
              <a:solidFill>
                <a:srgbClr val="15151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74" name="slide-14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3B2D72BE-6D88-434E-80BE-555423A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5" name="slide-14-footer-mask">
            <a:extLst xmlns:a="http://schemas.openxmlformats.org/drawingml/2006/main">
              <a:ext uri="{FF2B5EF4-FFF2-40B4-BE49-F238E27FC236}">
                <a16:creationId xmlns:a16="http://schemas.microsoft.com/office/drawing/2014/main" id="{0E534942-B870-49C6-840E-FCAF07C0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6" name="slide-14-kicker">
            <a:extLst xmlns:a="http://schemas.openxmlformats.org/drawingml/2006/main">
              <a:ext uri="{FF2B5EF4-FFF2-40B4-BE49-F238E27FC236}">
                <a16:creationId xmlns:a16="http://schemas.microsoft.com/office/drawing/2014/main" id="{D7196874-F1F8-4C00-A134-70E7DEF2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Quickstart onboarding</a:t>
            </a:r>
          </a:p>
        </p:txBody>
      </p:sp>
      <p:sp>
        <p:nvSpPr>
          <p:cNvPr id="1777" name="slide-14-classification">
            <a:extLst xmlns:a="http://schemas.openxmlformats.org/drawingml/2006/main">
              <a:ext uri="{FF2B5EF4-FFF2-40B4-BE49-F238E27FC236}">
                <a16:creationId xmlns:a16="http://schemas.microsoft.com/office/drawing/2014/main" id="{B1B64D82-CAA8-4C60-918D-E583192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778" name="slide-14-footer">
            <a:extLst xmlns:a="http://schemas.openxmlformats.org/drawingml/2006/main">
              <a:ext uri="{FF2B5EF4-FFF2-40B4-BE49-F238E27FC236}">
                <a16:creationId xmlns:a16="http://schemas.microsoft.com/office/drawing/2014/main" id="{858EC36C-E0DA-431F-8B03-1E18BBF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14</a:t>
            </a:r>
          </a:p>
        </p:txBody>
      </p:sp>
      <p:sp>
        <p:nvSpPr>
          <p:cNvPr id="1779" name="onboarding-title">
            <a:extLst xmlns:a="http://schemas.openxmlformats.org/drawingml/2006/main">
              <a:ext uri="{FF2B5EF4-FFF2-40B4-BE49-F238E27FC236}">
                <a16:creationId xmlns:a16="http://schemas.microsoft.com/office/drawing/2014/main" id="{6AFBEABC-F4C5-4663-84C9-BBF1811E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906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32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One repository pipeline for every new lab.</a:t>
            </a:r>
          </a:p>
        </p:txBody>
      </p:sp>
      <p:sp>
        <p:nvSpPr>
          <p:cNvPr id="1780" name="onboarding-1-title">
            <a:extLst xmlns:a="http://schemas.openxmlformats.org/drawingml/2006/main">
              <a:ext uri="{FF2B5EF4-FFF2-40B4-BE49-F238E27FC236}">
                <a16:creationId xmlns:a16="http://schemas.microsoft.com/office/drawing/2014/main" id="{6A04DE85-0EEF-4792-9800-C366E1F9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43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1 · Discover</a:t>
            </a:r>
          </a:p>
        </p:txBody>
      </p:sp>
      <p:sp>
        <p:nvSpPr>
          <p:cNvPr id="1781" name="onboarding-1-1-label">
            <a:extLst xmlns:a="http://schemas.openxmlformats.org/drawingml/2006/main">
              <a:ext uri="{FF2B5EF4-FFF2-40B4-BE49-F238E27FC236}">
                <a16:creationId xmlns:a16="http://schemas.microsoft.com/office/drawing/2014/main" id="{76ABA74F-BFE9-4168-B949-FFC232BC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Pin</a:t>
            </a:r>
          </a:p>
        </p:txBody>
      </p:sp>
      <p:sp>
        <p:nvSpPr>
          <p:cNvPr id="1782" name="onboarding-1-1-body">
            <a:extLst xmlns:a="http://schemas.openxmlformats.org/drawingml/2006/main">
              <a:ext uri="{FF2B5EF4-FFF2-40B4-BE49-F238E27FC236}">
                <a16:creationId xmlns:a16="http://schemas.microsoft.com/office/drawing/2014/main" id="{6CDF5C61-AD6F-4AFC-8943-8034FDE2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57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Repository URL and commit</a:t>
            </a:r>
          </a:p>
        </p:txBody>
      </p:sp>
      <p:sp>
        <p:nvSpPr>
          <p:cNvPr id="1783" name="onboarding-1-2-label">
            <a:extLst xmlns:a="http://schemas.openxmlformats.org/drawingml/2006/main">
              <a:ext uri="{FF2B5EF4-FFF2-40B4-BE49-F238E27FC236}">
                <a16:creationId xmlns:a16="http://schemas.microsoft.com/office/drawing/2014/main" id="{79217223-5A04-43F8-A865-7FF9BE12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432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Inspect</a:t>
            </a:r>
          </a:p>
        </p:txBody>
      </p:sp>
      <p:sp>
        <p:nvSpPr>
          <p:cNvPr id="1784" name="onboarding-1-2-body">
            <a:extLst xmlns:a="http://schemas.openxmlformats.org/drawingml/2006/main">
              <a:ext uri="{FF2B5EF4-FFF2-40B4-BE49-F238E27FC236}">
                <a16:creationId xmlns:a16="http://schemas.microsoft.com/office/drawing/2014/main" id="{0CA0C1C4-B090-453E-ABE8-E07C9ABC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814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Antora and workload assets</a:t>
            </a:r>
          </a:p>
        </p:txBody>
      </p:sp>
      <p:sp>
        <p:nvSpPr>
          <p:cNvPr id="1785" name="onboarding-1-3-label">
            <a:extLst xmlns:a="http://schemas.openxmlformats.org/drawingml/2006/main">
              <a:ext uri="{FF2B5EF4-FFF2-40B4-BE49-F238E27FC236}">
                <a16:creationId xmlns:a16="http://schemas.microsoft.com/office/drawing/2014/main" id="{A51649D8-B059-40E1-8E70-2ADC1DD0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66CC"/>
                </a:solidFill>
                <a:latin typeface="Red Hat Text"/>
                <a:ea typeface="Red Hat Text"/>
                <a:cs typeface="Red Hat Text"/>
              </a:rPr>
              <a:t>Receipt</a:t>
            </a:r>
          </a:p>
        </p:txBody>
      </p:sp>
      <p:sp>
        <p:nvSpPr>
          <p:cNvPr id="1786" name="onboarding-1-3-body">
            <a:extLst xmlns:a="http://schemas.openxmlformats.org/drawingml/2006/main">
              <a:ext uri="{FF2B5EF4-FFF2-40B4-BE49-F238E27FC236}">
                <a16:creationId xmlns:a16="http://schemas.microsoft.com/office/drawing/2014/main" id="{696A3DE9-38E1-427C-88CC-0DDE0E7A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05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Fail-closed discovery record</a:t>
            </a:r>
          </a:p>
        </p:txBody>
      </p:sp>
      <p:sp>
        <p:nvSpPr>
          <p:cNvPr id="1787" name="onboarding-1-outcome">
            <a:extLst xmlns:a="http://schemas.openxmlformats.org/drawingml/2006/main">
              <a:ext uri="{FF2B5EF4-FFF2-40B4-BE49-F238E27FC236}">
                <a16:creationId xmlns:a16="http://schemas.microsoft.com/office/drawing/2014/main" id="{E11E9500-F1DC-46FD-8C1F-CE23BBE9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530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No guessed models, identity, or resources</a:t>
            </a:r>
          </a:p>
        </p:txBody>
      </p:sp>
      <p:sp>
        <p:nvSpPr>
          <p:cNvPr id="1788" name="onboarding-2-title">
            <a:extLst xmlns:a="http://schemas.openxmlformats.org/drawingml/2006/main">
              <a:ext uri="{FF2B5EF4-FFF2-40B4-BE49-F238E27FC236}">
                <a16:creationId xmlns:a16="http://schemas.microsoft.com/office/drawing/2014/main" id="{FE265C6D-86B3-40BD-8ECD-44F13229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43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2 · Prove</a:t>
            </a:r>
          </a:p>
        </p:txBody>
      </p:sp>
      <p:sp>
        <p:nvSpPr>
          <p:cNvPr id="1789" name="onboarding-2-1-label">
            <a:extLst xmlns:a="http://schemas.openxmlformats.org/drawingml/2006/main">
              <a:ext uri="{FF2B5EF4-FFF2-40B4-BE49-F238E27FC236}">
                <a16:creationId xmlns:a16="http://schemas.microsoft.com/office/drawing/2014/main" id="{3F214E56-88C3-46BC-B956-13C9EAC1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Contract</a:t>
            </a:r>
          </a:p>
        </p:txBody>
      </p:sp>
      <p:sp>
        <p:nvSpPr>
          <p:cNvPr id="1790" name="onboarding-2-1-body">
            <a:extLst xmlns:a="http://schemas.openxmlformats.org/drawingml/2006/main">
              <a:ext uri="{FF2B5EF4-FFF2-40B4-BE49-F238E27FC236}">
                <a16:creationId xmlns:a16="http://schemas.microsoft.com/office/drawing/2014/main" id="{4D61274B-879D-47BA-B271-53BACAD6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Catalog, Showroom, workload</a:t>
            </a:r>
          </a:p>
        </p:txBody>
      </p:sp>
      <p:sp>
        <p:nvSpPr>
          <p:cNvPr id="1791" name="onboarding-2-2-label">
            <a:extLst xmlns:a="http://schemas.openxmlformats.org/drawingml/2006/main">
              <a:ext uri="{FF2B5EF4-FFF2-40B4-BE49-F238E27FC236}">
                <a16:creationId xmlns:a16="http://schemas.microsoft.com/office/drawing/2014/main" id="{7CB74948-CEFD-4200-B5D4-BDC69DA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432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Journey</a:t>
            </a:r>
          </a:p>
        </p:txBody>
      </p:sp>
      <p:sp>
        <p:nvSpPr>
          <p:cNvPr id="1792" name="onboarding-2-2-body">
            <a:extLst xmlns:a="http://schemas.openxmlformats.org/drawingml/2006/main">
              <a:ext uri="{FF2B5EF4-FFF2-40B4-BE49-F238E27FC236}">
                <a16:creationId xmlns:a16="http://schemas.microsoft.com/office/drawing/2014/main" id="{1DC669CC-6D68-425D-8E29-551CC4B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Real learner behavior</a:t>
            </a:r>
          </a:p>
        </p:txBody>
      </p:sp>
      <p:sp>
        <p:nvSpPr>
          <p:cNvPr id="1793" name="onboarding-2-3-label">
            <a:extLst xmlns:a="http://schemas.openxmlformats.org/drawingml/2006/main">
              <a:ext uri="{FF2B5EF4-FFF2-40B4-BE49-F238E27FC236}">
                <a16:creationId xmlns:a16="http://schemas.microsoft.com/office/drawing/2014/main" id="{1CB4EB53-2002-4304-B8B9-57946113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Scale</a:t>
            </a:r>
          </a:p>
        </p:txBody>
      </p:sp>
      <p:sp>
        <p:nvSpPr>
          <p:cNvPr id="1794" name="onboarding-2-3-body">
            <a:extLst xmlns:a="http://schemas.openxmlformats.org/drawingml/2006/main">
              <a:ext uri="{FF2B5EF4-FFF2-40B4-BE49-F238E27FC236}">
                <a16:creationId xmlns:a16="http://schemas.microsoft.com/office/drawing/2014/main" id="{181775E4-0308-44E7-A956-55A57E10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Source, 1, 5, then 25</a:t>
            </a:r>
          </a:p>
        </p:txBody>
      </p:sp>
      <p:sp>
        <p:nvSpPr>
          <p:cNvPr id="1795" name="onboarding-2-outcome">
            <a:extLst xmlns:a="http://schemas.openxmlformats.org/drawingml/2006/main">
              <a:ext uri="{FF2B5EF4-FFF2-40B4-BE49-F238E27FC236}">
                <a16:creationId xmlns:a16="http://schemas.microsoft.com/office/drawing/2014/main" id="{16DBFE92-5AC3-487A-8F0A-B8EAA8BD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RED first; GREEN links to evidence</a:t>
            </a:r>
          </a:p>
        </p:txBody>
      </p:sp>
      <p:sp>
        <p:nvSpPr>
          <p:cNvPr id="1796" name="onboarding-3-title">
            <a:extLst xmlns:a="http://schemas.openxmlformats.org/drawingml/2006/main">
              <a:ext uri="{FF2B5EF4-FFF2-40B4-BE49-F238E27FC236}">
                <a16:creationId xmlns:a16="http://schemas.microsoft.com/office/drawing/2014/main" id="{6DA79071-A9BD-43E0-8876-B41211C3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43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3 · Promote</a:t>
            </a:r>
          </a:p>
        </p:txBody>
      </p:sp>
      <p:sp>
        <p:nvSpPr>
          <p:cNvPr id="1797" name="onboarding-3-1-label">
            <a:extLst xmlns:a="http://schemas.openxmlformats.org/drawingml/2006/main">
              <a:ext uri="{FF2B5EF4-FFF2-40B4-BE49-F238E27FC236}">
                <a16:creationId xmlns:a16="http://schemas.microsoft.com/office/drawing/2014/main" id="{5F98C1BC-1A0E-4D53-8961-D1F59545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rPr>
              <a:t>Review</a:t>
            </a:r>
          </a:p>
        </p:txBody>
      </p:sp>
      <p:sp>
        <p:nvSpPr>
          <p:cNvPr id="1798" name="onboarding-3-1-body">
            <a:extLst xmlns:a="http://schemas.openxmlformats.org/drawingml/2006/main">
              <a:ext uri="{FF2B5EF4-FFF2-40B4-BE49-F238E27FC236}">
                <a16:creationId xmlns:a16="http://schemas.microsoft.com/office/drawing/2014/main" id="{850AAA36-D561-4B81-9151-FC8B3464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57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Owners approve the intake</a:t>
            </a:r>
          </a:p>
        </p:txBody>
      </p:sp>
      <p:sp>
        <p:nvSpPr>
          <p:cNvPr id="1799" name="onboarding-3-2-label">
            <a:extLst xmlns:a="http://schemas.openxmlformats.org/drawingml/2006/main">
              <a:ext uri="{FF2B5EF4-FFF2-40B4-BE49-F238E27FC236}">
                <a16:creationId xmlns:a16="http://schemas.microsoft.com/office/drawing/2014/main" id="{49278BDA-8E8D-4C50-849E-D1E38C90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432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rPr>
              <a:t>Publish</a:t>
            </a:r>
          </a:p>
        </p:txBody>
      </p:sp>
      <p:sp>
        <p:nvSpPr>
          <p:cNvPr id="1800" name="onboarding-3-2-body">
            <a:extLst xmlns:a="http://schemas.openxmlformats.org/drawingml/2006/main">
              <a:ext uri="{FF2B5EF4-FFF2-40B4-BE49-F238E27FC236}">
                <a16:creationId xmlns:a16="http://schemas.microsoft.com/office/drawing/2014/main" id="{2D522501-1786-4104-88C9-1B1C8FEB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814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Versioned catalog entry</a:t>
            </a:r>
          </a:p>
        </p:txBody>
      </p:sp>
      <p:sp>
        <p:nvSpPr>
          <p:cNvPr id="1801" name="onboarding-3-3-label">
            <a:extLst xmlns:a="http://schemas.openxmlformats.org/drawingml/2006/main">
              <a:ext uri="{FF2B5EF4-FFF2-40B4-BE49-F238E27FC236}">
                <a16:creationId xmlns:a16="http://schemas.microsoft.com/office/drawing/2014/main" id="{E919DCD7-C430-48D1-B936-8DEF49F1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1" i="0">
                <a:solidFill>
                  <a:srgbClr val="00A846"/>
                </a:solidFill>
                <a:latin typeface="Red Hat Text"/>
                <a:ea typeface="Red Hat Text"/>
                <a:cs typeface="Red Hat Text"/>
              </a:rPr>
              <a:t>Operate</a:t>
            </a:r>
          </a:p>
        </p:txBody>
      </p:sp>
      <p:sp>
        <p:nvSpPr>
          <p:cNvPr id="1802" name="onboarding-3-3-body">
            <a:extLst xmlns:a="http://schemas.openxmlformats.org/drawingml/2006/main">
              <a:ext uri="{FF2B5EF4-FFF2-40B4-BE49-F238E27FC236}">
                <a16:creationId xmlns:a16="http://schemas.microsoft.com/office/drawing/2014/main" id="{967BC664-6FC3-4578-88AE-78C4C1C5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05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05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Support and reclaim path</a:t>
            </a:r>
          </a:p>
        </p:txBody>
      </p:sp>
      <p:sp>
        <p:nvSpPr>
          <p:cNvPr id="1803" name="onboarding-3-outcome">
            <a:extLst xmlns:a="http://schemas.openxmlformats.org/drawingml/2006/main">
              <a:ext uri="{FF2B5EF4-FFF2-40B4-BE49-F238E27FC236}">
                <a16:creationId xmlns:a16="http://schemas.microsoft.com/office/drawing/2014/main" id="{6635E8AB-C88D-425E-944F-81346100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530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1" i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Orderable only after explicit approval</a:t>
            </a:r>
          </a:p>
        </p:txBody>
      </p:sp>
    </p:spTree>
    <p:extLst>
      <p:ext uri="{BB962C8B-B14F-4D97-AF65-F5344CB8AC3E}">
        <p14:creationId xmlns:p14="http://schemas.microsoft.com/office/powerpoint/2010/main" val="91733761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17" name="Google Shape;1791;p7"/>
          <p:cNvCxnSpPr/>
          <p:nvPr/>
        </p:nvCxnSpPr>
        <p:spPr>
          <a:xfrm xmlns:a="http://schemas.openxmlformats.org/drawingml/2006/main" rot="10800000">
            <a:off x="447775" y="100"/>
            <a:ext cx="0" cy="886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18" name="Google Shape;1792;p7"/>
          <p:cNvCxnSpPr/>
          <p:nvPr/>
        </p:nvCxnSpPr>
        <p:spPr>
          <a:xfrm xmlns:a="http://schemas.openxmlformats.org/drawingml/2006/main" rot="10800000">
            <a:off x="447767" y="6401400"/>
            <a:ext cx="0" cy="45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19" name="Google Shape;179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2516851c36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210" y="6212235"/>
            <a:ext cx="2149350" cy="295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94" name="Google Shape;1794;p7">
            <a:extLst xmlns:a="http://schemas.openxmlformats.org/drawingml/2006/main">
              <a:ext uri="{FF2B5EF4-FFF2-40B4-BE49-F238E27FC236}">
                <a16:creationId xmlns:a16="http://schemas.microsoft.com/office/drawing/2014/main" id="{6B66885B-21AF-46D5-8F00-D6E92FA125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775" y="55441"/>
            <a:ext cx="51489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900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</a:pPr>
            <a:r>
              <a: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</a:rPr>
              <a:t/>
            </a:r>
            <a:endParaRPr/>
          </a:p>
        </p:txBody>
      </p:sp>
      <p:sp>
        <p:nvSpPr>
          <p:cNvPr id="1795" name="Google Shape;1795;p7">
            <a:extLst xmlns:a="http://schemas.openxmlformats.org/drawingml/2006/main">
              <a:ext uri="{FF2B5EF4-FFF2-40B4-BE49-F238E27FC236}">
                <a16:creationId xmlns:a16="http://schemas.microsoft.com/office/drawing/2014/main" id="{93D7954A-30C2-46DD-BA2C-4B97D010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1000125"/>
            <a:ext cx="1042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6" name="Google Shape;1796;p7">
            <a:extLst xmlns:a="http://schemas.openxmlformats.org/drawingml/2006/main">
              <a:ext uri="{FF2B5EF4-FFF2-40B4-BE49-F238E27FC236}">
                <a16:creationId xmlns:a16="http://schemas.microsoft.com/office/drawing/2014/main" id="{4557F684-F8B0-4479-80F2-4928CFF9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1000125"/>
            <a:ext cx="1042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none" cap="none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2800" b="1" i="0" u="none" cap="none">
              <a:solidFill>
                <a:srgbClr val="EE000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97" name="Google Shape;1797;p7">
            <a:extLst xmlns:a="http://schemas.openxmlformats.org/drawingml/2006/main">
              <a:ext uri="{FF2B5EF4-FFF2-40B4-BE49-F238E27FC236}">
                <a16:creationId xmlns:a16="http://schemas.microsoft.com/office/drawing/2014/main" id="{CF7FF5A3-A567-43BA-A16F-680A635A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1857375"/>
            <a:ext cx="10422300" cy="1095300"/>
          </a:xfrm>
          <a:prstGeom xmlns:a="http://schemas.openxmlformats.org/drawingml/2006/main" prst="roundRect">
            <a:avLst>
              <a:gd name="adj" fmla="val 6956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8" name="Google Shape;1798;p7">
            <a:extLst xmlns:a="http://schemas.openxmlformats.org/drawingml/2006/main">
              <a:ext uri="{FF2B5EF4-FFF2-40B4-BE49-F238E27FC236}">
                <a16:creationId xmlns:a16="http://schemas.microsoft.com/office/drawing/2014/main" id="{C1364786-664C-484E-BCBB-B7B9EF0B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1857375"/>
            <a:ext cx="10422300" cy="10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0" rIns="2286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6B7280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000" b="1" i="0" u="none" cap="none">
              <a:solidFill>
                <a:srgbClr val="6B7280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99" name="Google Shape;1799;p7">
            <a:extLst xmlns:a="http://schemas.openxmlformats.org/drawingml/2006/main">
              <a:ext uri="{FF2B5EF4-FFF2-40B4-BE49-F238E27FC236}">
                <a16:creationId xmlns:a16="http://schemas.microsoft.com/office/drawing/2014/main" id="{BE97F5B6-9562-4BEE-A3D9-9C4E687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3143250"/>
            <a:ext cx="5067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0" name="Google Shape;1800;p7">
            <a:extLst xmlns:a="http://schemas.openxmlformats.org/drawingml/2006/main">
              <a:ext uri="{FF2B5EF4-FFF2-40B4-BE49-F238E27FC236}">
                <a16:creationId xmlns:a16="http://schemas.microsoft.com/office/drawing/2014/main" id="{16FE5387-5DB7-4D7B-B575-CF83D677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" y="3143250"/>
            <a:ext cx="5067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071C5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800" b="1" i="0" u="none" cap="none">
              <a:solidFill>
                <a:srgbClr val="0071C5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801" name="Google Shape;1801;p7">
            <a:extLst xmlns:a="http://schemas.openxmlformats.org/drawingml/2006/main">
              <a:ext uri="{FF2B5EF4-FFF2-40B4-BE49-F238E27FC236}">
                <a16:creationId xmlns:a16="http://schemas.microsoft.com/office/drawing/2014/main" id="{DE2504B7-A506-42CF-A70B-30FC9B78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827" y="3143250"/>
            <a:ext cx="5067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DF7"/>
          </a:solidFill>
          <a:ln xmlns:a="http://schemas.openxmlformats.org/drawingml/2006/main" w="14300" cmpd="sng">
            <a:solidFill>
              <a:srgbClr val="A7F3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2" name="Google Shape;1802;p7">
            <a:extLst xmlns:a="http://schemas.openxmlformats.org/drawingml/2006/main">
              <a:ext uri="{FF2B5EF4-FFF2-40B4-BE49-F238E27FC236}">
                <a16:creationId xmlns:a16="http://schemas.microsoft.com/office/drawing/2014/main" id="{33C49C4C-8007-4777-A242-9097354B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827" y="3143250"/>
            <a:ext cx="5067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228600" rIns="228600" bIns="2286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65F46"/>
                </a:solidFill>
                <a:latin typeface="Red Hat Display"/>
                <a:ea typeface="Red Hat Display"/>
                <a:cs typeface="Red Hat Display"/>
              </a:rPr>
              <a:t/>
            </a:r>
            <a:endParaRPr sz="1800" b="1" i="0" u="none" cap="none">
              <a:solidFill>
                <a:srgbClr val="065F46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804" name="slide-15-classification-mask">
            <a:extLst xmlns:a="http://schemas.openxmlformats.org/drawingml/2006/main">
              <a:ext uri="{FF2B5EF4-FFF2-40B4-BE49-F238E27FC236}">
                <a16:creationId xmlns:a16="http://schemas.microsoft.com/office/drawing/2014/main" id="{0E563B4E-CCBC-43DD-A543-EAA57A03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5" name="slide-15-footer-mask">
            <a:extLst xmlns:a="http://schemas.openxmlformats.org/drawingml/2006/main">
              <a:ext uri="{FF2B5EF4-FFF2-40B4-BE49-F238E27FC236}">
                <a16:creationId xmlns:a16="http://schemas.microsoft.com/office/drawing/2014/main" id="{61BF9206-A20C-4290-81D6-4D491D55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579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6" name="slide-15-kicker">
            <a:extLst xmlns:a="http://schemas.openxmlformats.org/drawingml/2006/main">
              <a:ext uri="{FF2B5EF4-FFF2-40B4-BE49-F238E27FC236}">
                <a16:creationId xmlns:a16="http://schemas.microsoft.com/office/drawing/2014/main" id="{4DDAFA2D-97BC-4AE1-B143-06990EF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0" i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Next gates</a:t>
            </a:r>
          </a:p>
        </p:txBody>
      </p:sp>
      <p:sp>
        <p:nvSpPr>
          <p:cNvPr id="1807" name="slide-15-classification">
            <a:extLst xmlns:a="http://schemas.openxmlformats.org/drawingml/2006/main">
              <a:ext uri="{FF2B5EF4-FFF2-40B4-BE49-F238E27FC236}">
                <a16:creationId xmlns:a16="http://schemas.microsoft.com/office/drawing/2014/main" id="{821ED2C9-FCB9-46C0-8D74-A38CFDED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SUPERVISED INTERNAL PILOT · SEP 2026</a:t>
            </a:r>
          </a:p>
        </p:txBody>
      </p:sp>
      <p:sp>
        <p:nvSpPr>
          <p:cNvPr id="1808" name="slide-15-footer">
            <a:extLst xmlns:a="http://schemas.openxmlformats.org/drawingml/2006/main">
              <a:ext uri="{FF2B5EF4-FFF2-40B4-BE49-F238E27FC236}">
                <a16:creationId xmlns:a16="http://schemas.microsoft.com/office/drawing/2014/main" id="{8DCC86E4-0791-4AE8-B34E-131266AC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72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600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Launchpad pilot · 15</a:t>
            </a:r>
          </a:p>
        </p:txBody>
      </p:sp>
      <p:sp>
        <p:nvSpPr>
          <p:cNvPr id="1809" name="next-title">
            <a:extLst xmlns:a="http://schemas.openxmlformats.org/drawingml/2006/main">
              <a:ext uri="{FF2B5EF4-FFF2-40B4-BE49-F238E27FC236}">
                <a16:creationId xmlns:a16="http://schemas.microsoft.com/office/drawing/2014/main" id="{8A83FDDF-3F99-4D5D-B29C-1D918B1F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1239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2550" b="1" i="0">
                <a:solidFill>
                  <a:srgbClr val="EE0000"/>
                </a:solidFill>
                <a:latin typeface="Red Hat Display"/>
                <a:ea typeface="Red Hat Display"/>
                <a:cs typeface="Red Hat Display"/>
              </a:rPr>
              <a:t>What remains before production.</a:t>
            </a:r>
          </a:p>
        </p:txBody>
      </p:sp>
      <p:sp>
        <p:nvSpPr>
          <p:cNvPr id="1810" name="next-banner-label">
            <a:extLst xmlns:a="http://schemas.openxmlformats.org/drawingml/2006/main">
              <a:ext uri="{FF2B5EF4-FFF2-40B4-BE49-F238E27FC236}">
                <a16:creationId xmlns:a16="http://schemas.microsoft.com/office/drawing/2014/main" id="{149127D1-9E73-4664-90A9-36DD3687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76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975" b="1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Immediate pilot action</a:t>
            </a:r>
          </a:p>
        </p:txBody>
      </p:sp>
      <p:sp>
        <p:nvSpPr>
          <p:cNvPr id="1811" name="next-banner-title">
            <a:extLst xmlns:a="http://schemas.openxmlformats.org/drawingml/2006/main">
              <a:ext uri="{FF2B5EF4-FFF2-40B4-BE49-F238E27FC236}">
                <a16:creationId xmlns:a16="http://schemas.microsoft.com/office/drawing/2014/main" id="{2C3030D7-62F6-4D6F-990C-B0130EBB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62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575" b="1" i="0">
                <a:solidFill>
                  <a:srgbClr val="151515"/>
                </a:solidFill>
                <a:latin typeface="Red Hat Display"/>
                <a:ea typeface="Red Hat Display"/>
                <a:cs typeface="Red Hat Display"/>
              </a:rPr>
              <a:t>Run the requester, participant, lab, and admin visual acceptance in one browser journey.</a:t>
            </a:r>
          </a:p>
        </p:txBody>
      </p:sp>
      <p:sp>
        <p:nvSpPr>
          <p:cNvPr id="1812" name="next-banner-sub">
            <a:extLst xmlns:a="http://schemas.openxmlformats.org/drawingml/2006/main">
              <a:ext uri="{FF2B5EF4-FFF2-40B4-BE49-F238E27FC236}">
                <a16:creationId xmlns:a16="http://schemas.microsoft.com/office/drawing/2014/main" id="{E25BEDC9-6091-40AE-939E-323A6EC3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8605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defRPr>
            </a:pPr>
            <a:r>
              <a:rPr sz="1125" b="0" i="0">
                <a:solidFill>
                  <a:srgbClr val="5B6573"/>
                </a:solidFill>
                <a:latin typeface="Red Hat Text"/>
                <a:ea typeface="Red Hat Text"/>
                <a:cs typeface="Red Hat Text"/>
              </a:rPr>
              <a:t>Keep public access separate unless its DNS, TLS, ingress, and SSO prerequisites are intentionally enabled.</a:t>
            </a:r>
          </a:p>
        </p:txBody>
      </p:sp>
      <p:sp>
        <p:nvSpPr>
          <p:cNvPr id="1813" name="next-left-title">
            <a:extLst xmlns:a="http://schemas.openxmlformats.org/drawingml/2006/main">
              <a:ext uri="{FF2B5EF4-FFF2-40B4-BE49-F238E27FC236}">
                <a16:creationId xmlns:a16="http://schemas.microsoft.com/office/drawing/2014/main" id="{189C81D1-D393-4600-AE48-E211534A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81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725" b="1" i="0">
                <a:solidFill>
                  <a:srgbClr val="0066CC"/>
                </a:solidFill>
                <a:latin typeface="Red Hat Display"/>
                <a:ea typeface="Red Hat Display"/>
                <a:cs typeface="Red Hat Display"/>
              </a:rPr>
              <a:t>Close for the internal pilot</a:t>
            </a:r>
          </a:p>
        </p:txBody>
      </p:sp>
      <p:sp>
        <p:nvSpPr>
          <p:cNvPr id="1814" name="next-left-bullets">
            <a:extLst xmlns:a="http://schemas.openxmlformats.org/drawingml/2006/main">
              <a:ext uri="{FF2B5EF4-FFF2-40B4-BE49-F238E27FC236}">
                <a16:creationId xmlns:a16="http://schemas.microsoft.com/office/drawing/2014/main" id="{70E2363F-A9D5-42F6-AC45-8FCDB840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57625"/>
            <a:ext cx="4286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Manual order, placement, and progress flow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Correct Showroom, terminal, operator, and learner journey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Admin observability during create, use, and reclaim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Idempotent manual reclaim with zero residue</a:t>
            </a:r>
          </a:p>
        </p:txBody>
      </p:sp>
      <p:sp>
        <p:nvSpPr>
          <p:cNvPr id="1815" name="next-right-title">
            <a:extLst xmlns:a="http://schemas.openxmlformats.org/drawingml/2006/main">
              <a:ext uri="{FF2B5EF4-FFF2-40B4-BE49-F238E27FC236}">
                <a16:creationId xmlns:a16="http://schemas.microsoft.com/office/drawing/2014/main" id="{835D3F7F-7766-47B3-8532-F570E9E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06B4F"/>
                </a:solidFill>
                <a:latin typeface="Red Hat Display"/>
                <a:ea typeface="Red Hat Display"/>
                <a:cs typeface="Red Hat Display"/>
              </a:defRPr>
            </a:pPr>
            <a:r>
              <a:rPr sz="1725" b="1" i="0">
                <a:solidFill>
                  <a:srgbClr val="006B4F"/>
                </a:solidFill>
                <a:latin typeface="Red Hat Display"/>
                <a:ea typeface="Red Hat Display"/>
                <a:cs typeface="Red Hat Display"/>
              </a:rPr>
              <a:t>Production runway</a:t>
            </a:r>
          </a:p>
        </p:txBody>
      </p:sp>
      <p:sp>
        <p:nvSpPr>
          <p:cNvPr id="1816" name="next-right-bullets">
            <a:extLst xmlns:a="http://schemas.openxmlformats.org/drawingml/2006/main">
              <a:ext uri="{FF2B5EF4-FFF2-40B4-BE49-F238E27FC236}">
                <a16:creationId xmlns:a16="http://schemas.microsoft.com/office/drawing/2014/main" id="{2A6CE1EA-8989-470A-9893-616EDD54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286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Stable public ingress and passwordless SSO certification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Version-pinned LiteLLM with per-seat attribution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Keycloak 26.7.2 rollout plus rollback proof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defRPr>
            </a:pPr>
            <a:r>
              <a:rPr sz="1200" b="0">
                <a:solidFill>
                  <a:srgbClr val="006B4F"/>
                </a:solidFill>
                <a:latin typeface="Red Hat Text"/>
                <a:ea typeface="Red Hat Text"/>
                <a:cs typeface="Red Hat Text"/>
              </a:rPr>
              <a:t>Lifecycle HA, Flightpath DR, and governed remediation</a:t>
            </a:r>
          </a:p>
        </p:txBody>
      </p:sp>
    </p:spTree>
    <p:extLst>
      <p:ext uri="{BB962C8B-B14F-4D97-AF65-F5344CB8AC3E}">
        <p14:creationId xmlns:p14="http://schemas.microsoft.com/office/powerpoint/2010/main" val="312229741"/>
      </p:ext>
    </p:extLst>
  </p:cSld>
</p:sld>
</file>

<file path=ppt/theme/theme1.xml><?xml version="1.0" encoding="utf-8"?>
<a:theme xmlns:a="http://schemas.openxmlformats.org/drawingml/2006/main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2026-09-09T11:08:19.3870000Z</dcterms:created>
  <dcterms:modified xsi:type="dcterms:W3CDTF">2026-09-09T11:08:19.3870000Z</dcterms:modified>
</coreProperties>
</file>