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operational problem, not the implementation. Launchpad turns a
versioned lab into a repeatable distributed workshop lifecycle. This is a
supervised internal pilot, not a GA announcement.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pod readiness is not success. The learner journey, authorization,
evidence, and cleanup are part of the product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exact language: three orders were staggered, then all 75 participant
environments ran together. Do not claim one arbitrary 75-seat workshop fits one
cluster or that the service is production certified.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Arena owns the current control plane. A single entry point does not mean one
execution cluster. Placement is persisted before any seat resource is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whole workshop cannot fit, Launchpad rejects before creating seats. It
never silently splits an order or retries cleanup against a different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demo, prove oc project, a permitted namespaced action, a denied
cross-namespace action, and one real application/agent/model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docs/presenter-demo-walkthrough.md for preflight, exact operator cues,
fallbacks, and the closing talk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EDD portion of the delivery model. Defects first become a failing
regression test; no evidence is replaced simply because a later run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event proof is three 25-seat orders across Arena and Brutus. A
single-cluster 50- or 75-seat claim remains a future certification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DeepField provides fleet/network/inference signals. StarGate normalizes
preflight and failure evidence. GCL or GeoLux is a future governed decision
provider, not a second provisioner. The selection is intentionally unresolved.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imply current autonomous remediation. The integrations are a graduated
roadmap and every failure class earns its own promotion.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scripts/catalog_onboarding.py scaffold. It discovers Antora and
Helm/Kustomize/manifests, but never guesses models, resources, identity, tabs,
or certification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deploy/ecosystem. It is a thin orchestrator around repository-native
contracts, not a new AgnosticD implementation and not a kubeadmin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deliberate release gates, not hidden defects. The internal 3x25
automated pilot proof remains valid while these paths graduate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operating model: reusable content plus lifecycle proof. Offer the
live demo or architecture deep dive depending on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× Red Hat AI Launchpad</dc:title>
  <dc:subject>PptxGenJS Presentation</dc:subject>
  <dc:creator>Created by Marp</dc:creator>
  <cp:lastModifiedBy>Created by Marp</cp:lastModifiedBy>
  <cp:revision>1</cp:revision>
  <dcterms:created xsi:type="dcterms:W3CDTF">2026-09-09T09:21:09Z</dcterms:created>
  <dcterms:modified xsi:type="dcterms:W3CDTF">2026-09-09T09:21:09Z</dcterms:modified>
</cp:coreProperties>
</file>